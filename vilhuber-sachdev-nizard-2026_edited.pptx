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1" r:id="rId3"/>
    <p:sldMasterId id="2147483652" r:id="rId4"/>
    <p:sldMasterId id="2147483653" r:id="rId5"/>
    <p:sldMasterId id="2147483654" r:id="rId6"/>
    <p:sldMasterId id="2147483655" r:id="rId7"/>
    <p:sldMasterId id="2147483656" r:id="rId8"/>
    <p:sldMasterId id="2147483657" r:id="rId9"/>
    <p:sldMasterId id="2147483658" r:id="rId10"/>
    <p:sldMasterId id="2147483659" r:id="rId11"/>
  </p:sldMasterIdLst>
  <p:sldIdLst>
    <p:sldId id="257" r:id="rId12"/>
  </p:sldIdLst>
  <p:sldSz cx="32918400" cy="438912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94687"/>
  </p:normalViewPr>
  <p:slideViewPr>
    <p:cSldViewPr snapToGrid="0">
      <p:cViewPr>
        <p:scale>
          <a:sx n="30" d="100"/>
          <a:sy n="30" d="100"/>
        </p:scale>
        <p:origin x="1720" y="-3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slideMaster" Target="slideMasters/slideMaster7.xml"/><Relationship Id="rId12"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5" Type="http://schemas.openxmlformats.org/officeDocument/2006/relationships/slideMaster" Target="slideMasters/slideMaster5.xml"/><Relationship Id="rId15" Type="http://schemas.openxmlformats.org/officeDocument/2006/relationships/theme" Target="theme/theme1.xml"/><Relationship Id="rId10" Type="http://schemas.openxmlformats.org/officeDocument/2006/relationships/slideMaster" Target="slideMasters/slideMaster10.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2468880" y="7183080"/>
            <a:ext cx="27980280" cy="15280200"/>
          </a:xfrm>
          <a:prstGeom prst="rect">
            <a:avLst/>
          </a:prstGeom>
          <a:noFill/>
          <a:ln w="0">
            <a:noFill/>
          </a:ln>
        </p:spPr>
        <p:txBody>
          <a:bodyPr lIns="0" tIns="0" rIns="0" bIns="0" anchor="ctr">
            <a:spAutoFit/>
          </a:bodyPr>
          <a:lstStyle/>
          <a:p>
            <a:pPr indent="0">
              <a:buNone/>
            </a:pPr>
            <a:endParaRPr lang="en-US" sz="7260" b="0" u="none" strike="noStrike">
              <a:solidFill>
                <a:schemeClr val="dk1"/>
              </a:solidFill>
              <a:effectLst/>
              <a:uFillTx/>
              <a:latin typeface="Calibri"/>
            </a:endParaRPr>
          </a:p>
        </p:txBody>
      </p:sp>
      <p:sp>
        <p:nvSpPr>
          <p:cNvPr id="6" name="PlaceHolder 2"/>
          <p:cNvSpPr>
            <a:spLocks noGrp="1"/>
          </p:cNvSpPr>
          <p:nvPr>
            <p:ph type="subTitle"/>
          </p:nvPr>
        </p:nvSpPr>
        <p:spPr>
          <a:xfrm>
            <a:off x="1645920" y="10270440"/>
            <a:ext cx="29626200" cy="25456320"/>
          </a:xfrm>
          <a:prstGeom prst="rect">
            <a:avLst/>
          </a:prstGeom>
          <a:noFill/>
          <a:ln w="0">
            <a:noFill/>
          </a:ln>
        </p:spPr>
        <p:txBody>
          <a:bodyPr lIns="0" tIns="0" rIns="0" bIns="0" anchor="ctr">
            <a:spAutoFit/>
          </a:bodyPr>
          <a:lstStyle/>
          <a:p>
            <a:pPr indent="0" algn="ctr">
              <a:buNone/>
            </a:pPr>
            <a:endParaRPr lang="en-US" sz="3200" b="0" u="none" strike="noStrike">
              <a:solidFill>
                <a:srgbClr val="000000"/>
              </a:solidFill>
              <a:effectLst/>
              <a:uFillTx/>
              <a:latin typeface="Arial"/>
            </a:endParaRPr>
          </a:p>
        </p:txBody>
      </p:sp>
      <p:sp>
        <p:nvSpPr>
          <p:cNvPr id="4" name="PlaceHolder 3"/>
          <p:cNvSpPr>
            <a:spLocks noGrp="1"/>
          </p:cNvSpPr>
          <p:nvPr>
            <p:ph type="ftr" idx="2"/>
          </p:nvPr>
        </p:nvSpPr>
        <p:spPr/>
        <p:txBody>
          <a:bodyPr/>
          <a:lstStyle/>
          <a:p>
            <a:r>
              <a:t>Footer</a:t>
            </a:r>
          </a:p>
        </p:txBody>
      </p:sp>
      <p:sp>
        <p:nvSpPr>
          <p:cNvPr id="2" name="PlaceHolder 4"/>
          <p:cNvSpPr>
            <a:spLocks noGrp="1"/>
          </p:cNvSpPr>
          <p:nvPr>
            <p:ph type="sldNum" idx="3"/>
          </p:nvPr>
        </p:nvSpPr>
        <p:spPr/>
        <p:txBody>
          <a:bodyPr/>
          <a:lstStyle/>
          <a:p>
            <a:fld id="{531A38AB-D971-4C09-9E5C-B0A19D169437}" type="slidenum">
              <a:t>‹#›</a:t>
            </a:fld>
            <a:endParaRPr/>
          </a:p>
        </p:txBody>
      </p:sp>
      <p:sp>
        <p:nvSpPr>
          <p:cNvPr id="3" name="PlaceHolder 5"/>
          <p:cNvSpPr>
            <a:spLocks noGrp="1"/>
          </p:cNvSpPr>
          <p:nvPr>
            <p:ph type="dt" idx="1"/>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1"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1" Type="http://schemas.openxmlformats.org/officeDocument/2006/relationships/theme" Target="../theme/theme10.xml"/></Relationships>
</file>

<file path=ppt/slideMasters/_rels/slideMaster11.xml.rels><?xml version="1.0" encoding="UTF-8" standalone="yes"?>
<Relationships xmlns="http://schemas.openxmlformats.org/package/2006/relationships"><Relationship Id="rId1" Type="http://schemas.openxmlformats.org/officeDocument/2006/relationships/theme" Target="../theme/theme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2468880" y="7183080"/>
            <a:ext cx="27980280" cy="15280200"/>
          </a:xfrm>
          <a:prstGeom prst="rect">
            <a:avLst/>
          </a:prstGeom>
          <a:noFill/>
          <a:ln w="0">
            <a:noFill/>
          </a:ln>
        </p:spPr>
        <p:txBody>
          <a:bodyPr lIns="91440" tIns="45720" rIns="91440" bIns="45720" anchor="b">
            <a:noAutofit/>
          </a:bodyPr>
          <a:lstStyle/>
          <a:p>
            <a:pPr indent="0" algn="ctr" defTabSz="3291840">
              <a:lnSpc>
                <a:spcPct val="90000"/>
              </a:lnSpc>
              <a:buNone/>
            </a:pPr>
            <a:r>
              <a:rPr lang="en-US" sz="21600" b="0" u="none" strike="noStrike">
                <a:solidFill>
                  <a:schemeClr val="dk1"/>
                </a:solidFill>
                <a:effectLst/>
                <a:uFillTx/>
                <a:latin typeface="Calibri Light"/>
              </a:rPr>
              <a:t>Click to edit Master title style</a:t>
            </a:r>
            <a:endParaRPr lang="en-US" sz="21600" b="0" u="none" strike="noStrike">
              <a:solidFill>
                <a:schemeClr val="dk1"/>
              </a:solidFill>
              <a:effectLst/>
              <a:uFillTx/>
              <a:latin typeface="Calibri"/>
            </a:endParaRPr>
          </a:p>
        </p:txBody>
      </p:sp>
      <p:sp>
        <p:nvSpPr>
          <p:cNvPr id="6" name="PlaceHolder 2"/>
          <p:cNvSpPr>
            <a:spLocks noGrp="1"/>
          </p:cNvSpPr>
          <p:nvPr>
            <p:ph type="dt" idx="1"/>
          </p:nvPr>
        </p:nvSpPr>
        <p:spPr>
          <a:xfrm>
            <a:off x="2263320" y="40680720"/>
            <a:ext cx="7406280" cy="2336400"/>
          </a:xfrm>
          <a:prstGeom prst="rect">
            <a:avLst/>
          </a:prstGeom>
          <a:noFill/>
          <a:ln w="0">
            <a:noFill/>
          </a:ln>
        </p:spPr>
        <p:txBody>
          <a:bodyPr lIns="91440" tIns="45720" rIns="91440" bIns="45720" anchor="ctr">
            <a:noAutofit/>
          </a:bodyPr>
          <a:lstStyle>
            <a:lvl1pPr indent="0" defTabSz="3686760">
              <a:lnSpc>
                <a:spcPct val="100000"/>
              </a:lnSpc>
              <a:buNone/>
              <a:defRPr lang="en-US" sz="4320" b="0" u="none" strike="noStrike">
                <a:solidFill>
                  <a:schemeClr val="dk1">
                    <a:tint val="75000"/>
                  </a:schemeClr>
                </a:solidFill>
                <a:effectLst/>
                <a:uFillTx/>
                <a:latin typeface="Calibri"/>
              </a:defRPr>
            </a:lvl1pPr>
          </a:lstStyle>
          <a:p>
            <a:pPr indent="0" defTabSz="3686760">
              <a:lnSpc>
                <a:spcPct val="100000"/>
              </a:lnSpc>
              <a:buNone/>
            </a:pPr>
            <a:r>
              <a:rPr lang="en-US" sz="4320" b="0" u="none" strike="noStrike">
                <a:solidFill>
                  <a:schemeClr val="dk1">
                    <a:tint val="75000"/>
                  </a:schemeClr>
                </a:solidFill>
                <a:effectLst/>
                <a:uFillTx/>
                <a:latin typeface="Calibri"/>
              </a:rPr>
              <a:t>&lt;date/time&gt;</a:t>
            </a:r>
            <a:endParaRPr lang="en-US" sz="4320" b="0" u="none" strike="noStrike">
              <a:solidFill>
                <a:srgbClr val="000000"/>
              </a:solidFill>
              <a:effectLst/>
              <a:uFillTx/>
              <a:latin typeface="Times New Roman"/>
            </a:endParaRPr>
          </a:p>
        </p:txBody>
      </p:sp>
      <p:sp>
        <p:nvSpPr>
          <p:cNvPr id="2" name="PlaceHolder 3"/>
          <p:cNvSpPr>
            <a:spLocks noGrp="1"/>
          </p:cNvSpPr>
          <p:nvPr>
            <p:ph type="ftr" idx="2"/>
          </p:nvPr>
        </p:nvSpPr>
        <p:spPr>
          <a:xfrm>
            <a:off x="10904400" y="40680720"/>
            <a:ext cx="11109600" cy="23364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 name="PlaceHolder 4"/>
          <p:cNvSpPr>
            <a:spLocks noGrp="1"/>
          </p:cNvSpPr>
          <p:nvPr>
            <p:ph type="sldNum" idx="3"/>
          </p:nvPr>
        </p:nvSpPr>
        <p:spPr>
          <a:xfrm>
            <a:off x="23248800" y="40680720"/>
            <a:ext cx="7406280" cy="2336400"/>
          </a:xfrm>
          <a:prstGeom prst="rect">
            <a:avLst/>
          </a:prstGeom>
          <a:noFill/>
          <a:ln w="0">
            <a:noFill/>
          </a:ln>
        </p:spPr>
        <p:txBody>
          <a:bodyPr lIns="91440" tIns="45720" rIns="91440" bIns="45720" anchor="ctr">
            <a:noAutofit/>
          </a:bodyPr>
          <a:lstStyle>
            <a:lvl1pPr indent="0" algn="r" defTabSz="3686760">
              <a:lnSpc>
                <a:spcPct val="100000"/>
              </a:lnSpc>
              <a:buNone/>
              <a:defRPr lang="en-US" sz="4320" b="0" u="none" strike="noStrike">
                <a:solidFill>
                  <a:schemeClr val="dk1">
                    <a:tint val="75000"/>
                  </a:schemeClr>
                </a:solidFill>
                <a:effectLst/>
                <a:uFillTx/>
                <a:latin typeface="Calibri"/>
              </a:defRPr>
            </a:lvl1pPr>
          </a:lstStyle>
          <a:p>
            <a:pPr indent="0" algn="r" defTabSz="3686760">
              <a:lnSpc>
                <a:spcPct val="100000"/>
              </a:lnSpc>
              <a:buNone/>
            </a:pPr>
            <a:fld id="{6F7AC2EF-15EB-4F4D-9D92-EB94B7C14FB6}" type="slidenum">
              <a:rPr lang="en-US" sz="4320" b="0" u="none" strike="noStrike">
                <a:solidFill>
                  <a:schemeClr val="dk1">
                    <a:tint val="75000"/>
                  </a:schemeClr>
                </a:solidFill>
                <a:effectLst/>
                <a:uFillTx/>
                <a:latin typeface="Calibri"/>
              </a:rPr>
              <a:t>‹#›</a:t>
            </a:fld>
            <a:endParaRPr lang="en-US" sz="4320" b="0" u="none" strike="noStrike">
              <a:solidFill>
                <a:srgbClr val="000000"/>
              </a:solidFill>
              <a:effectLst/>
              <a:uFillTx/>
              <a:latin typeface="Times New Roman"/>
            </a:endParaRPr>
          </a:p>
        </p:txBody>
      </p:sp>
      <p:sp>
        <p:nvSpPr>
          <p:cNvPr id="4" name="PlaceHolder 5"/>
          <p:cNvSpPr>
            <a:spLocks noGrp="1"/>
          </p:cNvSpPr>
          <p:nvPr>
            <p:ph type="body"/>
          </p:nvPr>
        </p:nvSpPr>
        <p:spPr>
          <a:xfrm>
            <a:off x="1645920" y="10270440"/>
            <a:ext cx="29626200" cy="2545632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10080" b="0" u="none" strike="noStrike">
                <a:solidFill>
                  <a:schemeClr val="dk1"/>
                </a:solidFill>
                <a:effectLst/>
                <a:uFillTx/>
                <a:latin typeface="Calibri"/>
              </a:rPr>
              <a:t>Click to edit the outline text format</a:t>
            </a:r>
          </a:p>
          <a:p>
            <a:pPr marL="864000" lvl="1" indent="-324000">
              <a:lnSpc>
                <a:spcPct val="90000"/>
              </a:lnSpc>
              <a:spcBef>
                <a:spcPts val="1134"/>
              </a:spcBef>
              <a:buClr>
                <a:srgbClr val="000000"/>
              </a:buClr>
              <a:buSzPct val="75000"/>
              <a:buFont typeface="Symbol" charset="2"/>
              <a:buChar char=""/>
            </a:pPr>
            <a:r>
              <a:rPr lang="en-US" sz="7200" b="0" u="none" strike="noStrike">
                <a:solidFill>
                  <a:schemeClr val="dk1"/>
                </a:solidFill>
                <a:effectLst/>
                <a:uFillTx/>
                <a:latin typeface="Calibri"/>
              </a:rPr>
              <a:t>Second Outline Level</a:t>
            </a:r>
          </a:p>
          <a:p>
            <a:pPr marL="1296000" lvl="2" indent="-288000">
              <a:lnSpc>
                <a:spcPct val="90000"/>
              </a:lnSpc>
              <a:spcBef>
                <a:spcPts val="850"/>
              </a:spcBef>
              <a:buClr>
                <a:srgbClr val="000000"/>
              </a:buClr>
              <a:buSzPct val="45000"/>
              <a:buFont typeface="Wingdings" charset="2"/>
              <a:buChar char=""/>
            </a:pPr>
            <a:r>
              <a:rPr lang="en-US" sz="6480" b="0" u="none" strike="noStrike">
                <a:solidFill>
                  <a:schemeClr val="dk1"/>
                </a:solidFill>
                <a:effectLst/>
                <a:uFillTx/>
                <a:latin typeface="Calibri"/>
              </a:rPr>
              <a:t>Third Outline Level</a:t>
            </a:r>
          </a:p>
          <a:p>
            <a:pPr marL="1728000" lvl="3" indent="-216000">
              <a:lnSpc>
                <a:spcPct val="90000"/>
              </a:lnSpc>
              <a:spcBef>
                <a:spcPts val="567"/>
              </a:spcBef>
              <a:buClr>
                <a:srgbClr val="000000"/>
              </a:buClr>
              <a:buSzPct val="75000"/>
              <a:buFont typeface="Symbol" charset="2"/>
              <a:buChar char=""/>
            </a:pPr>
            <a:r>
              <a:rPr lang="en-US" sz="6480" b="0" u="none" strike="noStrike">
                <a:solidFill>
                  <a:schemeClr val="dk1"/>
                </a:solidFill>
                <a:effectLst/>
                <a:uFillTx/>
                <a:latin typeface="Calibri"/>
              </a:rPr>
              <a:t>Fourth Outline Level</a:t>
            </a: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2263320" y="2336760"/>
            <a:ext cx="28391760" cy="8483400"/>
          </a:xfrm>
          <a:prstGeom prst="rect">
            <a:avLst/>
          </a:prstGeom>
          <a:noFill/>
          <a:ln w="0">
            <a:noFill/>
          </a:ln>
        </p:spPr>
        <p:txBody>
          <a:bodyPr lIns="91440" tIns="45720" rIns="91440" bIns="45720" anchor="ctr">
            <a:noAutofit/>
          </a:bodyPr>
          <a:lstStyle/>
          <a:p>
            <a:pPr indent="0" defTabSz="3291840">
              <a:lnSpc>
                <a:spcPct val="90000"/>
              </a:lnSpc>
              <a:buNone/>
            </a:pPr>
            <a:r>
              <a:rPr lang="en-US" sz="15839" b="0" u="none" strike="noStrike">
                <a:solidFill>
                  <a:schemeClr val="dk1"/>
                </a:solidFill>
                <a:effectLst/>
                <a:uFillTx/>
                <a:latin typeface="Calibri Light"/>
              </a:rPr>
              <a:t>Click to edit Master title style</a:t>
            </a:r>
            <a:endParaRPr lang="en-US" sz="15839" b="0" u="none" strike="noStrike">
              <a:solidFill>
                <a:schemeClr val="dk1"/>
              </a:solidFill>
              <a:effectLst/>
              <a:uFillTx/>
              <a:latin typeface="Calibri"/>
            </a:endParaRPr>
          </a:p>
        </p:txBody>
      </p:sp>
      <p:sp>
        <p:nvSpPr>
          <p:cNvPr id="8" name="PlaceHolder 2"/>
          <p:cNvSpPr>
            <a:spLocks noGrp="1"/>
          </p:cNvSpPr>
          <p:nvPr>
            <p:ph type="body"/>
          </p:nvPr>
        </p:nvSpPr>
        <p:spPr>
          <a:xfrm>
            <a:off x="2263320" y="11684160"/>
            <a:ext cx="28391760" cy="27848160"/>
          </a:xfrm>
          <a:prstGeom prst="rect">
            <a:avLst/>
          </a:prstGeom>
          <a:noFill/>
          <a:ln w="0">
            <a:noFill/>
          </a:ln>
        </p:spPr>
        <p:txBody>
          <a:bodyPr vert="eaVert" lIns="91440" tIns="45720" rIns="91440" bIns="45720" anchor="t">
            <a:noAutofit/>
          </a:bodyPr>
          <a:lstStyle/>
          <a:p>
            <a:pPr marL="432000" indent="-324000" defTabSz="3291840">
              <a:lnSpc>
                <a:spcPct val="90000"/>
              </a:lnSpc>
              <a:spcBef>
                <a:spcPts val="3600"/>
              </a:spcBef>
              <a:buClr>
                <a:srgbClr val="000000"/>
              </a:buClr>
              <a:buSzPct val="45000"/>
              <a:buFont typeface="Wingdings" charset="2"/>
              <a:buChar char=""/>
            </a:pPr>
            <a:r>
              <a:rPr lang="en-US" sz="10080" b="0" u="none" strike="noStrike">
                <a:solidFill>
                  <a:schemeClr val="dk1"/>
                </a:solidFill>
                <a:effectLst/>
                <a:uFillTx/>
                <a:latin typeface="Calibri"/>
              </a:rPr>
              <a:t>Click to edit Master text styles</a:t>
            </a:r>
          </a:p>
          <a:p>
            <a:pPr marL="864000" lvl="1" indent="-324000" defTabSz="3291840">
              <a:lnSpc>
                <a:spcPct val="90000"/>
              </a:lnSpc>
              <a:spcBef>
                <a:spcPts val="1800"/>
              </a:spcBef>
              <a:buClr>
                <a:srgbClr val="000000"/>
              </a:buClr>
              <a:buSzPct val="75000"/>
              <a:buFont typeface="Symbol" charset="2"/>
              <a:buChar char=""/>
            </a:pPr>
            <a:r>
              <a:rPr lang="en-US" sz="8640" b="0" u="none" strike="noStrike">
                <a:solidFill>
                  <a:schemeClr val="dk1"/>
                </a:solidFill>
                <a:effectLst/>
                <a:uFillTx/>
                <a:latin typeface="Calibri"/>
              </a:rPr>
              <a:t>Second level</a:t>
            </a:r>
          </a:p>
          <a:p>
            <a:pPr marL="1296000" lvl="2" indent="-288000" defTabSz="3291840">
              <a:lnSpc>
                <a:spcPct val="90000"/>
              </a:lnSpc>
              <a:spcBef>
                <a:spcPts val="1800"/>
              </a:spcBef>
              <a:buClr>
                <a:srgbClr val="000000"/>
              </a:buClr>
              <a:buSzPct val="45000"/>
              <a:buFont typeface="Wingdings" charset="2"/>
              <a:buChar char=""/>
            </a:pPr>
            <a:r>
              <a:rPr lang="en-US" sz="7200" b="0" u="none" strike="noStrike">
                <a:solidFill>
                  <a:schemeClr val="dk1"/>
                </a:solidFill>
                <a:effectLst/>
                <a:uFillTx/>
                <a:latin typeface="Calibri"/>
              </a:rPr>
              <a:t>Third level</a:t>
            </a:r>
          </a:p>
          <a:p>
            <a:pPr marL="1728000" lvl="3" indent="-216000" defTabSz="3291840">
              <a:lnSpc>
                <a:spcPct val="90000"/>
              </a:lnSpc>
              <a:spcBef>
                <a:spcPts val="1800"/>
              </a:spcBef>
              <a:buClr>
                <a:srgbClr val="000000"/>
              </a:buClr>
              <a:buSzPct val="75000"/>
              <a:buFont typeface="Symbol" charset="2"/>
              <a:buChar char=""/>
            </a:pPr>
            <a:r>
              <a:rPr lang="en-US" sz="6480" b="0" u="none" strike="noStrike">
                <a:solidFill>
                  <a:schemeClr val="dk1"/>
                </a:solidFill>
                <a:effectLst/>
                <a:uFillTx/>
                <a:latin typeface="Calibri"/>
              </a:rPr>
              <a:t>Fourth level</a:t>
            </a:r>
          </a:p>
          <a:p>
            <a:pPr marL="2160000" lvl="4" indent="-216000" defTabSz="3291840">
              <a:lnSpc>
                <a:spcPct val="90000"/>
              </a:lnSpc>
              <a:spcBef>
                <a:spcPts val="1800"/>
              </a:spcBef>
              <a:buClr>
                <a:srgbClr val="000000"/>
              </a:buClr>
              <a:buSzPct val="45000"/>
              <a:buFont typeface="Wingdings" charset="2"/>
              <a:buChar char=""/>
            </a:pPr>
            <a:r>
              <a:rPr lang="en-US" sz="6480" b="0" u="none" strike="noStrike">
                <a:solidFill>
                  <a:schemeClr val="dk1"/>
                </a:solidFill>
                <a:effectLst/>
                <a:uFillTx/>
                <a:latin typeface="Calibri"/>
              </a:rPr>
              <a:t>Fifth level</a:t>
            </a:r>
          </a:p>
        </p:txBody>
      </p:sp>
      <p:sp>
        <p:nvSpPr>
          <p:cNvPr id="9" name="PlaceHolder 3"/>
          <p:cNvSpPr>
            <a:spLocks noGrp="1"/>
          </p:cNvSpPr>
          <p:nvPr>
            <p:ph type="dt" idx="4"/>
          </p:nvPr>
        </p:nvSpPr>
        <p:spPr>
          <a:xfrm>
            <a:off x="2263320" y="40680720"/>
            <a:ext cx="7406280" cy="2336400"/>
          </a:xfrm>
          <a:prstGeom prst="rect">
            <a:avLst/>
          </a:prstGeom>
          <a:noFill/>
          <a:ln w="0">
            <a:noFill/>
          </a:ln>
        </p:spPr>
        <p:txBody>
          <a:bodyPr lIns="91440" tIns="45720" rIns="91440" bIns="45720" anchor="ctr">
            <a:noAutofit/>
          </a:bodyPr>
          <a:lstStyle>
            <a:lvl1pPr indent="0" defTabSz="3686760">
              <a:lnSpc>
                <a:spcPct val="100000"/>
              </a:lnSpc>
              <a:buNone/>
              <a:defRPr lang="en-US" sz="4320" b="0" u="none" strike="noStrike">
                <a:solidFill>
                  <a:schemeClr val="dk1">
                    <a:tint val="75000"/>
                  </a:schemeClr>
                </a:solidFill>
                <a:effectLst/>
                <a:uFillTx/>
                <a:latin typeface="Calibri"/>
              </a:defRPr>
            </a:lvl1pPr>
          </a:lstStyle>
          <a:p>
            <a:pPr indent="0" defTabSz="3686760">
              <a:lnSpc>
                <a:spcPct val="100000"/>
              </a:lnSpc>
              <a:buNone/>
            </a:pPr>
            <a:r>
              <a:rPr lang="en-US" sz="4320" b="0" u="none" strike="noStrike">
                <a:solidFill>
                  <a:schemeClr val="dk1">
                    <a:tint val="75000"/>
                  </a:schemeClr>
                </a:solidFill>
                <a:effectLst/>
                <a:uFillTx/>
                <a:latin typeface="Calibri"/>
              </a:rPr>
              <a:t>&lt;date/time&gt;</a:t>
            </a:r>
            <a:endParaRPr lang="en-US" sz="4320" b="0" u="none" strike="noStrike">
              <a:solidFill>
                <a:srgbClr val="000000"/>
              </a:solidFill>
              <a:effectLst/>
              <a:uFillTx/>
              <a:latin typeface="Times New Roman"/>
            </a:endParaRPr>
          </a:p>
        </p:txBody>
      </p:sp>
      <p:sp>
        <p:nvSpPr>
          <p:cNvPr id="10" name="PlaceHolder 4"/>
          <p:cNvSpPr>
            <a:spLocks noGrp="1"/>
          </p:cNvSpPr>
          <p:nvPr>
            <p:ph type="ftr" idx="5"/>
          </p:nvPr>
        </p:nvSpPr>
        <p:spPr>
          <a:xfrm>
            <a:off x="10904400" y="40680720"/>
            <a:ext cx="11109600" cy="23364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1" name="PlaceHolder 5"/>
          <p:cNvSpPr>
            <a:spLocks noGrp="1"/>
          </p:cNvSpPr>
          <p:nvPr>
            <p:ph type="sldNum" idx="6"/>
          </p:nvPr>
        </p:nvSpPr>
        <p:spPr>
          <a:xfrm>
            <a:off x="23248800" y="40680720"/>
            <a:ext cx="7406280" cy="2336400"/>
          </a:xfrm>
          <a:prstGeom prst="rect">
            <a:avLst/>
          </a:prstGeom>
          <a:noFill/>
          <a:ln w="0">
            <a:noFill/>
          </a:ln>
        </p:spPr>
        <p:txBody>
          <a:bodyPr lIns="91440" tIns="45720" rIns="91440" bIns="45720" anchor="ctr">
            <a:noAutofit/>
          </a:bodyPr>
          <a:lstStyle>
            <a:lvl1pPr indent="0" algn="r" defTabSz="3686760">
              <a:lnSpc>
                <a:spcPct val="100000"/>
              </a:lnSpc>
              <a:buNone/>
              <a:defRPr lang="en-US" sz="4320" b="0" u="none" strike="noStrike">
                <a:solidFill>
                  <a:schemeClr val="dk1">
                    <a:tint val="75000"/>
                  </a:schemeClr>
                </a:solidFill>
                <a:effectLst/>
                <a:uFillTx/>
                <a:latin typeface="Calibri"/>
              </a:defRPr>
            </a:lvl1pPr>
          </a:lstStyle>
          <a:p>
            <a:pPr indent="0" algn="r" defTabSz="3686760">
              <a:lnSpc>
                <a:spcPct val="100000"/>
              </a:lnSpc>
              <a:buNone/>
            </a:pPr>
            <a:fld id="{5323C254-255E-4F9A-9B80-950FA50609F0}" type="slidenum">
              <a:rPr lang="en-US" sz="4320" b="0" u="none" strike="noStrike">
                <a:solidFill>
                  <a:schemeClr val="dk1">
                    <a:tint val="75000"/>
                  </a:schemeClr>
                </a:solidFill>
                <a:effectLst/>
                <a:uFillTx/>
                <a:latin typeface="Calibri"/>
              </a:rPr>
              <a:t>‹#›</a:t>
            </a:fld>
            <a:endParaRPr lang="en-US" sz="432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23557320" y="2336760"/>
            <a:ext cx="7097760" cy="37195560"/>
          </a:xfrm>
          <a:prstGeom prst="rect">
            <a:avLst/>
          </a:prstGeom>
          <a:noFill/>
          <a:ln w="0">
            <a:noFill/>
          </a:ln>
        </p:spPr>
        <p:txBody>
          <a:bodyPr vert="eaVert" lIns="91440" tIns="45720" rIns="91440" bIns="45720" anchor="t" anchorCtr="1">
            <a:noAutofit/>
          </a:bodyPr>
          <a:lstStyle/>
          <a:p>
            <a:pPr indent="0" defTabSz="3291840">
              <a:lnSpc>
                <a:spcPct val="90000"/>
              </a:lnSpc>
              <a:buNone/>
            </a:pPr>
            <a:r>
              <a:rPr lang="en-US" sz="15839" b="0" u="none" strike="noStrike">
                <a:solidFill>
                  <a:schemeClr val="dk1"/>
                </a:solidFill>
                <a:effectLst/>
                <a:uFillTx/>
                <a:latin typeface="Calibri Light"/>
              </a:rPr>
              <a:t>Click to edit Master title style</a:t>
            </a:r>
            <a:endParaRPr lang="en-US" sz="15839" b="0" u="none" strike="noStrike">
              <a:solidFill>
                <a:schemeClr val="dk1"/>
              </a:solidFill>
              <a:effectLst/>
              <a:uFillTx/>
              <a:latin typeface="Calibri"/>
            </a:endParaRPr>
          </a:p>
        </p:txBody>
      </p:sp>
      <p:sp>
        <p:nvSpPr>
          <p:cNvPr id="13" name="PlaceHolder 2"/>
          <p:cNvSpPr>
            <a:spLocks noGrp="1"/>
          </p:cNvSpPr>
          <p:nvPr>
            <p:ph type="body"/>
          </p:nvPr>
        </p:nvSpPr>
        <p:spPr>
          <a:xfrm>
            <a:off x="2263320" y="2336760"/>
            <a:ext cx="20882160" cy="37195560"/>
          </a:xfrm>
          <a:prstGeom prst="rect">
            <a:avLst/>
          </a:prstGeom>
          <a:noFill/>
          <a:ln w="0">
            <a:noFill/>
          </a:ln>
        </p:spPr>
        <p:txBody>
          <a:bodyPr vert="eaVert" lIns="91440" tIns="45720" rIns="91440" bIns="45720" anchor="t">
            <a:noAutofit/>
          </a:bodyPr>
          <a:lstStyle/>
          <a:p>
            <a:pPr marL="432000" indent="-324000" defTabSz="3291840">
              <a:lnSpc>
                <a:spcPct val="90000"/>
              </a:lnSpc>
              <a:spcBef>
                <a:spcPts val="3600"/>
              </a:spcBef>
              <a:buClr>
                <a:srgbClr val="000000"/>
              </a:buClr>
              <a:buSzPct val="45000"/>
              <a:buFont typeface="Wingdings" charset="2"/>
              <a:buChar char=""/>
            </a:pPr>
            <a:r>
              <a:rPr lang="en-US" sz="10080" b="0" u="none" strike="noStrike">
                <a:solidFill>
                  <a:schemeClr val="dk1"/>
                </a:solidFill>
                <a:effectLst/>
                <a:uFillTx/>
                <a:latin typeface="Calibri"/>
              </a:rPr>
              <a:t>Click to edit Master text styles</a:t>
            </a:r>
          </a:p>
          <a:p>
            <a:pPr marL="864000" lvl="1" indent="-324000" defTabSz="3291840">
              <a:lnSpc>
                <a:spcPct val="90000"/>
              </a:lnSpc>
              <a:spcBef>
                <a:spcPts val="1800"/>
              </a:spcBef>
              <a:buClr>
                <a:srgbClr val="000000"/>
              </a:buClr>
              <a:buSzPct val="75000"/>
              <a:buFont typeface="Symbol" charset="2"/>
              <a:buChar char=""/>
            </a:pPr>
            <a:r>
              <a:rPr lang="en-US" sz="8640" b="0" u="none" strike="noStrike">
                <a:solidFill>
                  <a:schemeClr val="dk1"/>
                </a:solidFill>
                <a:effectLst/>
                <a:uFillTx/>
                <a:latin typeface="Calibri"/>
              </a:rPr>
              <a:t>Second level</a:t>
            </a:r>
          </a:p>
          <a:p>
            <a:pPr marL="1296000" lvl="2" indent="-288000" defTabSz="3291840">
              <a:lnSpc>
                <a:spcPct val="90000"/>
              </a:lnSpc>
              <a:spcBef>
                <a:spcPts val="1800"/>
              </a:spcBef>
              <a:buClr>
                <a:srgbClr val="000000"/>
              </a:buClr>
              <a:buSzPct val="45000"/>
              <a:buFont typeface="Wingdings" charset="2"/>
              <a:buChar char=""/>
            </a:pPr>
            <a:r>
              <a:rPr lang="en-US" sz="7200" b="0" u="none" strike="noStrike">
                <a:solidFill>
                  <a:schemeClr val="dk1"/>
                </a:solidFill>
                <a:effectLst/>
                <a:uFillTx/>
                <a:latin typeface="Calibri"/>
              </a:rPr>
              <a:t>Third level</a:t>
            </a:r>
          </a:p>
          <a:p>
            <a:pPr marL="1728000" lvl="3" indent="-216000" defTabSz="3291840">
              <a:lnSpc>
                <a:spcPct val="90000"/>
              </a:lnSpc>
              <a:spcBef>
                <a:spcPts val="1800"/>
              </a:spcBef>
              <a:buClr>
                <a:srgbClr val="000000"/>
              </a:buClr>
              <a:buSzPct val="75000"/>
              <a:buFont typeface="Symbol" charset="2"/>
              <a:buChar char=""/>
            </a:pPr>
            <a:r>
              <a:rPr lang="en-US" sz="6480" b="0" u="none" strike="noStrike">
                <a:solidFill>
                  <a:schemeClr val="dk1"/>
                </a:solidFill>
                <a:effectLst/>
                <a:uFillTx/>
                <a:latin typeface="Calibri"/>
              </a:rPr>
              <a:t>Fourth level</a:t>
            </a:r>
          </a:p>
          <a:p>
            <a:pPr marL="2160000" lvl="4" indent="-216000" defTabSz="3291840">
              <a:lnSpc>
                <a:spcPct val="90000"/>
              </a:lnSpc>
              <a:spcBef>
                <a:spcPts val="1800"/>
              </a:spcBef>
              <a:buClr>
                <a:srgbClr val="000000"/>
              </a:buClr>
              <a:buSzPct val="45000"/>
              <a:buFont typeface="Wingdings" charset="2"/>
              <a:buChar char=""/>
            </a:pPr>
            <a:r>
              <a:rPr lang="en-US" sz="6480" b="0" u="none" strike="noStrike">
                <a:solidFill>
                  <a:schemeClr val="dk1"/>
                </a:solidFill>
                <a:effectLst/>
                <a:uFillTx/>
                <a:latin typeface="Calibri"/>
              </a:rPr>
              <a:t>Fifth level</a:t>
            </a:r>
          </a:p>
        </p:txBody>
      </p:sp>
      <p:sp>
        <p:nvSpPr>
          <p:cNvPr id="14" name="PlaceHolder 3"/>
          <p:cNvSpPr>
            <a:spLocks noGrp="1"/>
          </p:cNvSpPr>
          <p:nvPr>
            <p:ph type="dt" idx="7"/>
          </p:nvPr>
        </p:nvSpPr>
        <p:spPr>
          <a:xfrm>
            <a:off x="2263320" y="40680720"/>
            <a:ext cx="7406280" cy="2336400"/>
          </a:xfrm>
          <a:prstGeom prst="rect">
            <a:avLst/>
          </a:prstGeom>
          <a:noFill/>
          <a:ln w="0">
            <a:noFill/>
          </a:ln>
        </p:spPr>
        <p:txBody>
          <a:bodyPr lIns="91440" tIns="45720" rIns="91440" bIns="45720" anchor="ctr">
            <a:noAutofit/>
          </a:bodyPr>
          <a:lstStyle>
            <a:lvl1pPr indent="0" defTabSz="3686760">
              <a:lnSpc>
                <a:spcPct val="100000"/>
              </a:lnSpc>
              <a:buNone/>
              <a:defRPr lang="en-US" sz="4320" b="0" u="none" strike="noStrike">
                <a:solidFill>
                  <a:schemeClr val="dk1">
                    <a:tint val="75000"/>
                  </a:schemeClr>
                </a:solidFill>
                <a:effectLst/>
                <a:uFillTx/>
                <a:latin typeface="Calibri"/>
              </a:defRPr>
            </a:lvl1pPr>
          </a:lstStyle>
          <a:p>
            <a:pPr indent="0" defTabSz="3686760">
              <a:lnSpc>
                <a:spcPct val="100000"/>
              </a:lnSpc>
              <a:buNone/>
            </a:pPr>
            <a:r>
              <a:rPr lang="en-US" sz="4320" b="0" u="none" strike="noStrike">
                <a:solidFill>
                  <a:schemeClr val="dk1">
                    <a:tint val="75000"/>
                  </a:schemeClr>
                </a:solidFill>
                <a:effectLst/>
                <a:uFillTx/>
                <a:latin typeface="Calibri"/>
              </a:rPr>
              <a:t>&lt;date/time&gt;</a:t>
            </a:r>
            <a:endParaRPr lang="en-US" sz="4320" b="0" u="none" strike="noStrike">
              <a:solidFill>
                <a:srgbClr val="000000"/>
              </a:solidFill>
              <a:effectLst/>
              <a:uFillTx/>
              <a:latin typeface="Times New Roman"/>
            </a:endParaRPr>
          </a:p>
        </p:txBody>
      </p:sp>
      <p:sp>
        <p:nvSpPr>
          <p:cNvPr id="15" name="PlaceHolder 4"/>
          <p:cNvSpPr>
            <a:spLocks noGrp="1"/>
          </p:cNvSpPr>
          <p:nvPr>
            <p:ph type="ftr" idx="8"/>
          </p:nvPr>
        </p:nvSpPr>
        <p:spPr>
          <a:xfrm>
            <a:off x="10904400" y="40680720"/>
            <a:ext cx="11109600" cy="23364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6" name="PlaceHolder 5"/>
          <p:cNvSpPr>
            <a:spLocks noGrp="1"/>
          </p:cNvSpPr>
          <p:nvPr>
            <p:ph type="sldNum" idx="9"/>
          </p:nvPr>
        </p:nvSpPr>
        <p:spPr>
          <a:xfrm>
            <a:off x="23248800" y="40680720"/>
            <a:ext cx="7406280" cy="2336400"/>
          </a:xfrm>
          <a:prstGeom prst="rect">
            <a:avLst/>
          </a:prstGeom>
          <a:noFill/>
          <a:ln w="0">
            <a:noFill/>
          </a:ln>
        </p:spPr>
        <p:txBody>
          <a:bodyPr lIns="91440" tIns="45720" rIns="91440" bIns="45720" anchor="ctr">
            <a:noAutofit/>
          </a:bodyPr>
          <a:lstStyle>
            <a:lvl1pPr indent="0" algn="r" defTabSz="3686760">
              <a:lnSpc>
                <a:spcPct val="100000"/>
              </a:lnSpc>
              <a:buNone/>
              <a:defRPr lang="en-US" sz="4320" b="0" u="none" strike="noStrike">
                <a:solidFill>
                  <a:schemeClr val="dk1">
                    <a:tint val="75000"/>
                  </a:schemeClr>
                </a:solidFill>
                <a:effectLst/>
                <a:uFillTx/>
                <a:latin typeface="Calibri"/>
              </a:defRPr>
            </a:lvl1pPr>
          </a:lstStyle>
          <a:p>
            <a:pPr indent="0" algn="r" defTabSz="3686760">
              <a:lnSpc>
                <a:spcPct val="100000"/>
              </a:lnSpc>
              <a:buNone/>
            </a:pPr>
            <a:fld id="{C9444C3B-F4CF-41ED-9F12-446A5467C14E}" type="slidenum">
              <a:rPr lang="en-US" sz="4320" b="0" u="none" strike="noStrike">
                <a:solidFill>
                  <a:schemeClr val="dk1">
                    <a:tint val="75000"/>
                  </a:schemeClr>
                </a:solidFill>
                <a:effectLst/>
                <a:uFillTx/>
                <a:latin typeface="Calibri"/>
              </a:rPr>
              <a:t>‹#›</a:t>
            </a:fld>
            <a:endParaRPr lang="en-US" sz="432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2263320" y="2336760"/>
            <a:ext cx="28391760" cy="8483400"/>
          </a:xfrm>
          <a:prstGeom prst="rect">
            <a:avLst/>
          </a:prstGeom>
          <a:noFill/>
          <a:ln w="0">
            <a:noFill/>
          </a:ln>
        </p:spPr>
        <p:txBody>
          <a:bodyPr lIns="91440" tIns="45720" rIns="91440" bIns="45720" anchor="ctr">
            <a:noAutofit/>
          </a:bodyPr>
          <a:lstStyle/>
          <a:p>
            <a:pPr indent="0" defTabSz="3291840">
              <a:lnSpc>
                <a:spcPct val="90000"/>
              </a:lnSpc>
              <a:buNone/>
            </a:pPr>
            <a:r>
              <a:rPr lang="en-US" sz="15839" b="0" u="none" strike="noStrike">
                <a:solidFill>
                  <a:schemeClr val="dk1"/>
                </a:solidFill>
                <a:effectLst/>
                <a:uFillTx/>
                <a:latin typeface="Calibri Light"/>
              </a:rPr>
              <a:t>Click to edit Master title style</a:t>
            </a:r>
            <a:endParaRPr lang="en-US" sz="15839" b="0" u="none" strike="noStrike">
              <a:solidFill>
                <a:schemeClr val="dk1"/>
              </a:solidFill>
              <a:effectLst/>
              <a:uFillTx/>
              <a:latin typeface="Calibri"/>
            </a:endParaRPr>
          </a:p>
        </p:txBody>
      </p:sp>
      <p:sp>
        <p:nvSpPr>
          <p:cNvPr id="18" name="PlaceHolder 2"/>
          <p:cNvSpPr>
            <a:spLocks noGrp="1"/>
          </p:cNvSpPr>
          <p:nvPr>
            <p:ph type="body"/>
          </p:nvPr>
        </p:nvSpPr>
        <p:spPr>
          <a:xfrm>
            <a:off x="2263320" y="11684160"/>
            <a:ext cx="28391760" cy="27848160"/>
          </a:xfrm>
          <a:prstGeom prst="rect">
            <a:avLst/>
          </a:prstGeom>
          <a:noFill/>
          <a:ln w="0">
            <a:noFill/>
          </a:ln>
        </p:spPr>
        <p:txBody>
          <a:bodyPr lIns="91440" tIns="45720" rIns="91440" bIns="45720" anchor="t">
            <a:noAutofit/>
          </a:bodyPr>
          <a:lstStyle/>
          <a:p>
            <a:pPr marL="432000" indent="-324000" defTabSz="3291840">
              <a:lnSpc>
                <a:spcPct val="90000"/>
              </a:lnSpc>
              <a:spcBef>
                <a:spcPts val="3600"/>
              </a:spcBef>
              <a:buClr>
                <a:srgbClr val="000000"/>
              </a:buClr>
              <a:buSzPct val="45000"/>
              <a:buFont typeface="Wingdings" charset="2"/>
              <a:buChar char=""/>
            </a:pPr>
            <a:r>
              <a:rPr lang="en-US" sz="10080" b="0" u="none" strike="noStrike">
                <a:solidFill>
                  <a:schemeClr val="dk1"/>
                </a:solidFill>
                <a:effectLst/>
                <a:uFillTx/>
                <a:latin typeface="Calibri"/>
              </a:rPr>
              <a:t>Click to edit Master text styles</a:t>
            </a:r>
          </a:p>
          <a:p>
            <a:pPr marL="864000" lvl="1" indent="-324000" defTabSz="3291840">
              <a:lnSpc>
                <a:spcPct val="90000"/>
              </a:lnSpc>
              <a:spcBef>
                <a:spcPts val="1800"/>
              </a:spcBef>
              <a:buClr>
                <a:srgbClr val="000000"/>
              </a:buClr>
              <a:buSzPct val="75000"/>
              <a:buFont typeface="Symbol" charset="2"/>
              <a:buChar char=""/>
            </a:pPr>
            <a:r>
              <a:rPr lang="en-US" sz="8640" b="0" u="none" strike="noStrike">
                <a:solidFill>
                  <a:schemeClr val="dk1"/>
                </a:solidFill>
                <a:effectLst/>
                <a:uFillTx/>
                <a:latin typeface="Calibri"/>
              </a:rPr>
              <a:t>Second level</a:t>
            </a:r>
          </a:p>
          <a:p>
            <a:pPr marL="1296000" lvl="2" indent="-288000" defTabSz="3291840">
              <a:lnSpc>
                <a:spcPct val="90000"/>
              </a:lnSpc>
              <a:spcBef>
                <a:spcPts val="1800"/>
              </a:spcBef>
              <a:buClr>
                <a:srgbClr val="000000"/>
              </a:buClr>
              <a:buSzPct val="45000"/>
              <a:buFont typeface="Wingdings" charset="2"/>
              <a:buChar char=""/>
            </a:pPr>
            <a:r>
              <a:rPr lang="en-US" sz="7200" b="0" u="none" strike="noStrike">
                <a:solidFill>
                  <a:schemeClr val="dk1"/>
                </a:solidFill>
                <a:effectLst/>
                <a:uFillTx/>
                <a:latin typeface="Calibri"/>
              </a:rPr>
              <a:t>Third level</a:t>
            </a:r>
          </a:p>
          <a:p>
            <a:pPr marL="1728000" lvl="3" indent="-216000" defTabSz="3291840">
              <a:lnSpc>
                <a:spcPct val="90000"/>
              </a:lnSpc>
              <a:spcBef>
                <a:spcPts val="1800"/>
              </a:spcBef>
              <a:buClr>
                <a:srgbClr val="000000"/>
              </a:buClr>
              <a:buSzPct val="75000"/>
              <a:buFont typeface="Symbol" charset="2"/>
              <a:buChar char=""/>
            </a:pPr>
            <a:r>
              <a:rPr lang="en-US" sz="6480" b="0" u="none" strike="noStrike">
                <a:solidFill>
                  <a:schemeClr val="dk1"/>
                </a:solidFill>
                <a:effectLst/>
                <a:uFillTx/>
                <a:latin typeface="Calibri"/>
              </a:rPr>
              <a:t>Fourth level</a:t>
            </a:r>
          </a:p>
          <a:p>
            <a:pPr marL="2160000" lvl="4" indent="-216000" defTabSz="3291840">
              <a:lnSpc>
                <a:spcPct val="90000"/>
              </a:lnSpc>
              <a:spcBef>
                <a:spcPts val="1800"/>
              </a:spcBef>
              <a:buClr>
                <a:srgbClr val="000000"/>
              </a:buClr>
              <a:buSzPct val="45000"/>
              <a:buFont typeface="Wingdings" charset="2"/>
              <a:buChar char=""/>
            </a:pPr>
            <a:r>
              <a:rPr lang="en-US" sz="6480" b="0" u="none" strike="noStrike">
                <a:solidFill>
                  <a:schemeClr val="dk1"/>
                </a:solidFill>
                <a:effectLst/>
                <a:uFillTx/>
                <a:latin typeface="Calibri"/>
              </a:rPr>
              <a:t>Fifth level</a:t>
            </a:r>
          </a:p>
        </p:txBody>
      </p:sp>
      <p:sp>
        <p:nvSpPr>
          <p:cNvPr id="19" name="PlaceHolder 3"/>
          <p:cNvSpPr>
            <a:spLocks noGrp="1"/>
          </p:cNvSpPr>
          <p:nvPr>
            <p:ph type="dt" idx="10"/>
          </p:nvPr>
        </p:nvSpPr>
        <p:spPr>
          <a:xfrm>
            <a:off x="2263320" y="40680720"/>
            <a:ext cx="7406280" cy="2336400"/>
          </a:xfrm>
          <a:prstGeom prst="rect">
            <a:avLst/>
          </a:prstGeom>
          <a:noFill/>
          <a:ln w="0">
            <a:noFill/>
          </a:ln>
        </p:spPr>
        <p:txBody>
          <a:bodyPr lIns="91440" tIns="45720" rIns="91440" bIns="45720" anchor="ctr">
            <a:noAutofit/>
          </a:bodyPr>
          <a:lstStyle>
            <a:lvl1pPr indent="0" defTabSz="3686760">
              <a:lnSpc>
                <a:spcPct val="100000"/>
              </a:lnSpc>
              <a:buNone/>
              <a:defRPr lang="en-US" sz="4320" b="0" u="none" strike="noStrike">
                <a:solidFill>
                  <a:schemeClr val="dk1">
                    <a:tint val="75000"/>
                  </a:schemeClr>
                </a:solidFill>
                <a:effectLst/>
                <a:uFillTx/>
                <a:latin typeface="Calibri"/>
              </a:defRPr>
            </a:lvl1pPr>
          </a:lstStyle>
          <a:p>
            <a:pPr indent="0" defTabSz="3686760">
              <a:lnSpc>
                <a:spcPct val="100000"/>
              </a:lnSpc>
              <a:buNone/>
            </a:pPr>
            <a:r>
              <a:rPr lang="en-US" sz="4320" b="0" u="none" strike="noStrike">
                <a:solidFill>
                  <a:schemeClr val="dk1">
                    <a:tint val="75000"/>
                  </a:schemeClr>
                </a:solidFill>
                <a:effectLst/>
                <a:uFillTx/>
                <a:latin typeface="Calibri"/>
              </a:rPr>
              <a:t>&lt;date/time&gt;</a:t>
            </a:r>
            <a:endParaRPr lang="en-US" sz="4320" b="0" u="none" strike="noStrike">
              <a:solidFill>
                <a:srgbClr val="000000"/>
              </a:solidFill>
              <a:effectLst/>
              <a:uFillTx/>
              <a:latin typeface="Times New Roman"/>
            </a:endParaRPr>
          </a:p>
        </p:txBody>
      </p:sp>
      <p:sp>
        <p:nvSpPr>
          <p:cNvPr id="20" name="PlaceHolder 4"/>
          <p:cNvSpPr>
            <a:spLocks noGrp="1"/>
          </p:cNvSpPr>
          <p:nvPr>
            <p:ph type="ftr" idx="11"/>
          </p:nvPr>
        </p:nvSpPr>
        <p:spPr>
          <a:xfrm>
            <a:off x="10904400" y="40680720"/>
            <a:ext cx="11109600" cy="23364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1" name="PlaceHolder 5"/>
          <p:cNvSpPr>
            <a:spLocks noGrp="1"/>
          </p:cNvSpPr>
          <p:nvPr>
            <p:ph type="sldNum" idx="12"/>
          </p:nvPr>
        </p:nvSpPr>
        <p:spPr>
          <a:xfrm>
            <a:off x="23248800" y="40680720"/>
            <a:ext cx="7406280" cy="2336400"/>
          </a:xfrm>
          <a:prstGeom prst="rect">
            <a:avLst/>
          </a:prstGeom>
          <a:noFill/>
          <a:ln w="0">
            <a:noFill/>
          </a:ln>
        </p:spPr>
        <p:txBody>
          <a:bodyPr lIns="91440" tIns="45720" rIns="91440" bIns="45720" anchor="ctr">
            <a:noAutofit/>
          </a:bodyPr>
          <a:lstStyle>
            <a:lvl1pPr indent="0" algn="r" defTabSz="3686760">
              <a:lnSpc>
                <a:spcPct val="100000"/>
              </a:lnSpc>
              <a:buNone/>
              <a:defRPr lang="en-US" sz="4320" b="0" u="none" strike="noStrike">
                <a:solidFill>
                  <a:schemeClr val="dk1">
                    <a:tint val="75000"/>
                  </a:schemeClr>
                </a:solidFill>
                <a:effectLst/>
                <a:uFillTx/>
                <a:latin typeface="Calibri"/>
              </a:defRPr>
            </a:lvl1pPr>
          </a:lstStyle>
          <a:p>
            <a:pPr indent="0" algn="r" defTabSz="3686760">
              <a:lnSpc>
                <a:spcPct val="100000"/>
              </a:lnSpc>
              <a:buNone/>
            </a:pPr>
            <a:fld id="{344610C0-B15E-4ED2-BCBB-C0AAA3AE3B78}" type="slidenum">
              <a:rPr lang="en-US" sz="4320" b="0" u="none" strike="noStrike">
                <a:solidFill>
                  <a:schemeClr val="dk1">
                    <a:tint val="75000"/>
                  </a:schemeClr>
                </a:solidFill>
                <a:effectLst/>
                <a:uFillTx/>
                <a:latin typeface="Calibri"/>
              </a:rPr>
              <a:t>‹#›</a:t>
            </a:fld>
            <a:endParaRPr lang="en-US" sz="432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2246040" y="10942200"/>
            <a:ext cx="28391760" cy="18257040"/>
          </a:xfrm>
          <a:prstGeom prst="rect">
            <a:avLst/>
          </a:prstGeom>
          <a:noFill/>
          <a:ln w="0">
            <a:noFill/>
          </a:ln>
        </p:spPr>
        <p:txBody>
          <a:bodyPr lIns="91440" tIns="45720" rIns="91440" bIns="45720" anchor="b">
            <a:noAutofit/>
          </a:bodyPr>
          <a:lstStyle/>
          <a:p>
            <a:pPr indent="0" defTabSz="3291840">
              <a:lnSpc>
                <a:spcPct val="90000"/>
              </a:lnSpc>
              <a:buNone/>
            </a:pPr>
            <a:r>
              <a:rPr lang="en-US" sz="21600" b="0" u="none" strike="noStrike">
                <a:solidFill>
                  <a:schemeClr val="dk1"/>
                </a:solidFill>
                <a:effectLst/>
                <a:uFillTx/>
                <a:latin typeface="Calibri Light"/>
              </a:rPr>
              <a:t>Click to edit Master title style</a:t>
            </a:r>
            <a:endParaRPr lang="en-US" sz="21600" b="0" u="none" strike="noStrike">
              <a:solidFill>
                <a:schemeClr val="dk1"/>
              </a:solidFill>
              <a:effectLst/>
              <a:uFillTx/>
              <a:latin typeface="Calibri"/>
            </a:endParaRPr>
          </a:p>
        </p:txBody>
      </p:sp>
      <p:sp>
        <p:nvSpPr>
          <p:cNvPr id="23" name="PlaceHolder 2"/>
          <p:cNvSpPr>
            <a:spLocks noGrp="1"/>
          </p:cNvSpPr>
          <p:nvPr>
            <p:ph type="body"/>
          </p:nvPr>
        </p:nvSpPr>
        <p:spPr>
          <a:xfrm>
            <a:off x="2246040" y="29372400"/>
            <a:ext cx="28391760" cy="9600840"/>
          </a:xfrm>
          <a:prstGeom prst="rect">
            <a:avLst/>
          </a:prstGeom>
          <a:noFill/>
          <a:ln w="0">
            <a:noFill/>
          </a:ln>
        </p:spPr>
        <p:txBody>
          <a:bodyPr lIns="91440" tIns="45720" rIns="91440" bIns="45720" anchor="t">
            <a:noAutofit/>
          </a:bodyPr>
          <a:lstStyle/>
          <a:p>
            <a:pPr marL="432000" indent="-324000" defTabSz="3291840">
              <a:lnSpc>
                <a:spcPct val="90000"/>
              </a:lnSpc>
              <a:spcBef>
                <a:spcPts val="3600"/>
              </a:spcBef>
              <a:buClr>
                <a:srgbClr val="000000"/>
              </a:buClr>
              <a:buSzPct val="45000"/>
              <a:buFont typeface="Wingdings" charset="2"/>
              <a:buChar char=""/>
              <a:tabLst>
                <a:tab pos="0" algn="l"/>
              </a:tabLst>
            </a:pPr>
            <a:r>
              <a:rPr lang="en-US" sz="8640" b="0" u="none" strike="noStrike">
                <a:solidFill>
                  <a:schemeClr val="dk1"/>
                </a:solidFill>
                <a:effectLst/>
                <a:uFillTx/>
                <a:latin typeface="Calibri"/>
              </a:rPr>
              <a:t>Click to edit Master text styles</a:t>
            </a:r>
          </a:p>
        </p:txBody>
      </p:sp>
      <p:sp>
        <p:nvSpPr>
          <p:cNvPr id="24" name="PlaceHolder 3"/>
          <p:cNvSpPr>
            <a:spLocks noGrp="1"/>
          </p:cNvSpPr>
          <p:nvPr>
            <p:ph type="dt" idx="13"/>
          </p:nvPr>
        </p:nvSpPr>
        <p:spPr>
          <a:xfrm>
            <a:off x="2263320" y="40680720"/>
            <a:ext cx="7406280" cy="2336400"/>
          </a:xfrm>
          <a:prstGeom prst="rect">
            <a:avLst/>
          </a:prstGeom>
          <a:noFill/>
          <a:ln w="0">
            <a:noFill/>
          </a:ln>
        </p:spPr>
        <p:txBody>
          <a:bodyPr lIns="91440" tIns="45720" rIns="91440" bIns="45720" anchor="ctr">
            <a:noAutofit/>
          </a:bodyPr>
          <a:lstStyle>
            <a:lvl1pPr indent="0" defTabSz="3686760">
              <a:lnSpc>
                <a:spcPct val="100000"/>
              </a:lnSpc>
              <a:buNone/>
              <a:defRPr lang="en-US" sz="4320" b="0" u="none" strike="noStrike">
                <a:solidFill>
                  <a:schemeClr val="dk1">
                    <a:tint val="75000"/>
                  </a:schemeClr>
                </a:solidFill>
                <a:effectLst/>
                <a:uFillTx/>
                <a:latin typeface="Calibri"/>
              </a:defRPr>
            </a:lvl1pPr>
          </a:lstStyle>
          <a:p>
            <a:pPr indent="0" defTabSz="3686760">
              <a:lnSpc>
                <a:spcPct val="100000"/>
              </a:lnSpc>
              <a:buNone/>
            </a:pPr>
            <a:r>
              <a:rPr lang="en-US" sz="4320" b="0" u="none" strike="noStrike">
                <a:solidFill>
                  <a:schemeClr val="dk1">
                    <a:tint val="75000"/>
                  </a:schemeClr>
                </a:solidFill>
                <a:effectLst/>
                <a:uFillTx/>
                <a:latin typeface="Calibri"/>
              </a:rPr>
              <a:t>&lt;date/time&gt;</a:t>
            </a:r>
            <a:endParaRPr lang="en-US" sz="4320" b="0" u="none" strike="noStrike">
              <a:solidFill>
                <a:srgbClr val="000000"/>
              </a:solidFill>
              <a:effectLst/>
              <a:uFillTx/>
              <a:latin typeface="Times New Roman"/>
            </a:endParaRPr>
          </a:p>
        </p:txBody>
      </p:sp>
      <p:sp>
        <p:nvSpPr>
          <p:cNvPr id="25" name="PlaceHolder 4"/>
          <p:cNvSpPr>
            <a:spLocks noGrp="1"/>
          </p:cNvSpPr>
          <p:nvPr>
            <p:ph type="ftr" idx="14"/>
          </p:nvPr>
        </p:nvSpPr>
        <p:spPr>
          <a:xfrm>
            <a:off x="10904400" y="40680720"/>
            <a:ext cx="11109600" cy="23364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6" name="PlaceHolder 5"/>
          <p:cNvSpPr>
            <a:spLocks noGrp="1"/>
          </p:cNvSpPr>
          <p:nvPr>
            <p:ph type="sldNum" idx="15"/>
          </p:nvPr>
        </p:nvSpPr>
        <p:spPr>
          <a:xfrm>
            <a:off x="23248800" y="40680720"/>
            <a:ext cx="7406280" cy="2336400"/>
          </a:xfrm>
          <a:prstGeom prst="rect">
            <a:avLst/>
          </a:prstGeom>
          <a:noFill/>
          <a:ln w="0">
            <a:noFill/>
          </a:ln>
        </p:spPr>
        <p:txBody>
          <a:bodyPr lIns="91440" tIns="45720" rIns="91440" bIns="45720" anchor="ctr">
            <a:noAutofit/>
          </a:bodyPr>
          <a:lstStyle>
            <a:lvl1pPr indent="0" algn="r" defTabSz="3686760">
              <a:lnSpc>
                <a:spcPct val="100000"/>
              </a:lnSpc>
              <a:buNone/>
              <a:defRPr lang="en-US" sz="4320" b="0" u="none" strike="noStrike">
                <a:solidFill>
                  <a:schemeClr val="dk1">
                    <a:tint val="75000"/>
                  </a:schemeClr>
                </a:solidFill>
                <a:effectLst/>
                <a:uFillTx/>
                <a:latin typeface="Calibri"/>
              </a:defRPr>
            </a:lvl1pPr>
          </a:lstStyle>
          <a:p>
            <a:pPr indent="0" algn="r" defTabSz="3686760">
              <a:lnSpc>
                <a:spcPct val="100000"/>
              </a:lnSpc>
              <a:buNone/>
            </a:pPr>
            <a:fld id="{D419B8C4-309B-4284-A9B5-7C4AC0BA8AF0}" type="slidenum">
              <a:rPr lang="en-US" sz="4320" b="0" u="none" strike="noStrike">
                <a:solidFill>
                  <a:schemeClr val="dk1">
                    <a:tint val="75000"/>
                  </a:schemeClr>
                </a:solidFill>
                <a:effectLst/>
                <a:uFillTx/>
                <a:latin typeface="Calibri"/>
              </a:rPr>
              <a:t>‹#›</a:t>
            </a:fld>
            <a:endParaRPr lang="en-US" sz="432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2263320" y="2336760"/>
            <a:ext cx="28391760" cy="8483400"/>
          </a:xfrm>
          <a:prstGeom prst="rect">
            <a:avLst/>
          </a:prstGeom>
          <a:noFill/>
          <a:ln w="0">
            <a:noFill/>
          </a:ln>
        </p:spPr>
        <p:txBody>
          <a:bodyPr lIns="91440" tIns="45720" rIns="91440" bIns="45720" anchor="ctr">
            <a:noAutofit/>
          </a:bodyPr>
          <a:lstStyle/>
          <a:p>
            <a:pPr indent="0" defTabSz="3291840">
              <a:lnSpc>
                <a:spcPct val="90000"/>
              </a:lnSpc>
              <a:buNone/>
            </a:pPr>
            <a:r>
              <a:rPr lang="en-US" sz="15839" b="0" u="none" strike="noStrike">
                <a:solidFill>
                  <a:schemeClr val="dk1"/>
                </a:solidFill>
                <a:effectLst/>
                <a:uFillTx/>
                <a:latin typeface="Calibri Light"/>
              </a:rPr>
              <a:t>Click to edit Master title style</a:t>
            </a:r>
            <a:endParaRPr lang="en-US" sz="15839" b="0" u="none" strike="noStrike">
              <a:solidFill>
                <a:schemeClr val="dk1"/>
              </a:solidFill>
              <a:effectLst/>
              <a:uFillTx/>
              <a:latin typeface="Calibri"/>
            </a:endParaRPr>
          </a:p>
        </p:txBody>
      </p:sp>
      <p:sp>
        <p:nvSpPr>
          <p:cNvPr id="28" name="PlaceHolder 2"/>
          <p:cNvSpPr>
            <a:spLocks noGrp="1"/>
          </p:cNvSpPr>
          <p:nvPr>
            <p:ph type="body"/>
          </p:nvPr>
        </p:nvSpPr>
        <p:spPr>
          <a:xfrm>
            <a:off x="2263320" y="11684160"/>
            <a:ext cx="13989960" cy="27848160"/>
          </a:xfrm>
          <a:prstGeom prst="rect">
            <a:avLst/>
          </a:prstGeom>
          <a:noFill/>
          <a:ln w="0">
            <a:noFill/>
          </a:ln>
        </p:spPr>
        <p:txBody>
          <a:bodyPr lIns="91440" tIns="45720" rIns="91440" bIns="45720" anchor="t">
            <a:noAutofit/>
          </a:bodyPr>
          <a:lstStyle/>
          <a:p>
            <a:pPr marL="432000" indent="-324000" defTabSz="3291840">
              <a:lnSpc>
                <a:spcPct val="90000"/>
              </a:lnSpc>
              <a:spcBef>
                <a:spcPts val="3600"/>
              </a:spcBef>
              <a:buClr>
                <a:srgbClr val="000000"/>
              </a:buClr>
              <a:buSzPct val="45000"/>
              <a:buFont typeface="Wingdings" charset="2"/>
              <a:buChar char=""/>
            </a:pPr>
            <a:r>
              <a:rPr lang="en-US" sz="10080" b="0" u="none" strike="noStrike">
                <a:solidFill>
                  <a:schemeClr val="dk1"/>
                </a:solidFill>
                <a:effectLst/>
                <a:uFillTx/>
                <a:latin typeface="Calibri"/>
              </a:rPr>
              <a:t>Click to edit Master text styles</a:t>
            </a:r>
          </a:p>
          <a:p>
            <a:pPr marL="864000" lvl="1" indent="-324000" defTabSz="3291840">
              <a:lnSpc>
                <a:spcPct val="90000"/>
              </a:lnSpc>
              <a:spcBef>
                <a:spcPts val="1800"/>
              </a:spcBef>
              <a:buClr>
                <a:srgbClr val="000000"/>
              </a:buClr>
              <a:buSzPct val="75000"/>
              <a:buFont typeface="Symbol" charset="2"/>
              <a:buChar char=""/>
            </a:pPr>
            <a:r>
              <a:rPr lang="en-US" sz="8640" b="0" u="none" strike="noStrike">
                <a:solidFill>
                  <a:schemeClr val="dk1"/>
                </a:solidFill>
                <a:effectLst/>
                <a:uFillTx/>
                <a:latin typeface="Calibri"/>
              </a:rPr>
              <a:t>Second level</a:t>
            </a:r>
          </a:p>
          <a:p>
            <a:pPr marL="1296000" lvl="2" indent="-288000" defTabSz="3291840">
              <a:lnSpc>
                <a:spcPct val="90000"/>
              </a:lnSpc>
              <a:spcBef>
                <a:spcPts val="1800"/>
              </a:spcBef>
              <a:buClr>
                <a:srgbClr val="000000"/>
              </a:buClr>
              <a:buSzPct val="45000"/>
              <a:buFont typeface="Wingdings" charset="2"/>
              <a:buChar char=""/>
            </a:pPr>
            <a:r>
              <a:rPr lang="en-US" sz="7200" b="0" u="none" strike="noStrike">
                <a:solidFill>
                  <a:schemeClr val="dk1"/>
                </a:solidFill>
                <a:effectLst/>
                <a:uFillTx/>
                <a:latin typeface="Calibri"/>
              </a:rPr>
              <a:t>Third level</a:t>
            </a:r>
          </a:p>
          <a:p>
            <a:pPr marL="1728000" lvl="3" indent="-216000" defTabSz="3291840">
              <a:lnSpc>
                <a:spcPct val="90000"/>
              </a:lnSpc>
              <a:spcBef>
                <a:spcPts val="1800"/>
              </a:spcBef>
              <a:buClr>
                <a:srgbClr val="000000"/>
              </a:buClr>
              <a:buSzPct val="75000"/>
              <a:buFont typeface="Symbol" charset="2"/>
              <a:buChar char=""/>
            </a:pPr>
            <a:r>
              <a:rPr lang="en-US" sz="6480" b="0" u="none" strike="noStrike">
                <a:solidFill>
                  <a:schemeClr val="dk1"/>
                </a:solidFill>
                <a:effectLst/>
                <a:uFillTx/>
                <a:latin typeface="Calibri"/>
              </a:rPr>
              <a:t>Fourth level</a:t>
            </a:r>
          </a:p>
          <a:p>
            <a:pPr marL="2160000" lvl="4" indent="-216000" defTabSz="3291840">
              <a:lnSpc>
                <a:spcPct val="90000"/>
              </a:lnSpc>
              <a:spcBef>
                <a:spcPts val="1800"/>
              </a:spcBef>
              <a:buClr>
                <a:srgbClr val="000000"/>
              </a:buClr>
              <a:buSzPct val="45000"/>
              <a:buFont typeface="Wingdings" charset="2"/>
              <a:buChar char=""/>
            </a:pPr>
            <a:r>
              <a:rPr lang="en-US" sz="6480" b="0" u="none" strike="noStrike">
                <a:solidFill>
                  <a:schemeClr val="dk1"/>
                </a:solidFill>
                <a:effectLst/>
                <a:uFillTx/>
                <a:latin typeface="Calibri"/>
              </a:rPr>
              <a:t>Fifth level</a:t>
            </a:r>
          </a:p>
        </p:txBody>
      </p:sp>
      <p:sp>
        <p:nvSpPr>
          <p:cNvPr id="29" name="PlaceHolder 3"/>
          <p:cNvSpPr>
            <a:spLocks noGrp="1"/>
          </p:cNvSpPr>
          <p:nvPr>
            <p:ph type="body"/>
          </p:nvPr>
        </p:nvSpPr>
        <p:spPr>
          <a:xfrm>
            <a:off x="16665120" y="11684160"/>
            <a:ext cx="13989960" cy="27848160"/>
          </a:xfrm>
          <a:prstGeom prst="rect">
            <a:avLst/>
          </a:prstGeom>
          <a:noFill/>
          <a:ln w="0">
            <a:noFill/>
          </a:ln>
        </p:spPr>
        <p:txBody>
          <a:bodyPr lIns="91440" tIns="45720" rIns="91440" bIns="45720" anchor="t">
            <a:noAutofit/>
          </a:bodyPr>
          <a:lstStyle/>
          <a:p>
            <a:pPr marL="822960" indent="-822960" defTabSz="3291840">
              <a:lnSpc>
                <a:spcPct val="90000"/>
              </a:lnSpc>
              <a:spcBef>
                <a:spcPts val="3600"/>
              </a:spcBef>
              <a:buClr>
                <a:srgbClr val="000000"/>
              </a:buClr>
              <a:buFont typeface="Arial"/>
              <a:buChar char="•"/>
            </a:pPr>
            <a:r>
              <a:rPr lang="en-US" sz="10080" b="0" u="none" strike="noStrike">
                <a:solidFill>
                  <a:schemeClr val="dk1"/>
                </a:solidFill>
                <a:effectLst/>
                <a:uFillTx/>
                <a:latin typeface="Calibri"/>
              </a:rPr>
              <a:t>Click to edit Master text styles</a:t>
            </a:r>
          </a:p>
          <a:p>
            <a:pPr marL="2468880" lvl="1" indent="-822960" defTabSz="3291840">
              <a:lnSpc>
                <a:spcPct val="90000"/>
              </a:lnSpc>
              <a:spcBef>
                <a:spcPts val="1800"/>
              </a:spcBef>
              <a:buClr>
                <a:srgbClr val="000000"/>
              </a:buClr>
              <a:buFont typeface="Arial"/>
              <a:buChar char="•"/>
            </a:pPr>
            <a:r>
              <a:rPr lang="en-US" sz="8640" b="0" u="none" strike="noStrike">
                <a:solidFill>
                  <a:schemeClr val="dk1"/>
                </a:solidFill>
                <a:effectLst/>
                <a:uFillTx/>
                <a:latin typeface="Calibri"/>
              </a:rPr>
              <a:t>Second level</a:t>
            </a:r>
          </a:p>
          <a:p>
            <a:pPr marL="4114800" lvl="2" indent="-822960" defTabSz="3291840">
              <a:lnSpc>
                <a:spcPct val="90000"/>
              </a:lnSpc>
              <a:spcBef>
                <a:spcPts val="1800"/>
              </a:spcBef>
              <a:buClr>
                <a:srgbClr val="000000"/>
              </a:buClr>
              <a:buFont typeface="Arial"/>
              <a:buChar char="•"/>
            </a:pPr>
            <a:r>
              <a:rPr lang="en-US" sz="7200" b="0" u="none" strike="noStrike">
                <a:solidFill>
                  <a:schemeClr val="dk1"/>
                </a:solidFill>
                <a:effectLst/>
                <a:uFillTx/>
                <a:latin typeface="Calibri"/>
              </a:rPr>
              <a:t>Third level</a:t>
            </a:r>
          </a:p>
          <a:p>
            <a:pPr marL="5760720" lvl="3" indent="-822960" defTabSz="3291840">
              <a:lnSpc>
                <a:spcPct val="90000"/>
              </a:lnSpc>
              <a:spcBef>
                <a:spcPts val="1800"/>
              </a:spcBef>
              <a:buClr>
                <a:srgbClr val="000000"/>
              </a:buClr>
              <a:buFont typeface="Arial"/>
              <a:buChar char="•"/>
            </a:pPr>
            <a:r>
              <a:rPr lang="en-US" sz="6480" b="0" u="none" strike="noStrike">
                <a:solidFill>
                  <a:schemeClr val="dk1"/>
                </a:solidFill>
                <a:effectLst/>
                <a:uFillTx/>
                <a:latin typeface="Calibri"/>
              </a:rPr>
              <a:t>Fourth level</a:t>
            </a:r>
          </a:p>
          <a:p>
            <a:pPr marL="7406640" lvl="4" indent="-822960" defTabSz="3291840">
              <a:lnSpc>
                <a:spcPct val="90000"/>
              </a:lnSpc>
              <a:spcBef>
                <a:spcPts val="1800"/>
              </a:spcBef>
              <a:buClr>
                <a:srgbClr val="000000"/>
              </a:buClr>
              <a:buFont typeface="Arial"/>
              <a:buChar char="•"/>
            </a:pPr>
            <a:r>
              <a:rPr lang="en-US" sz="6480" b="0" u="none" strike="noStrike">
                <a:solidFill>
                  <a:schemeClr val="dk1"/>
                </a:solidFill>
                <a:effectLst/>
                <a:uFillTx/>
                <a:latin typeface="Calibri"/>
              </a:rPr>
              <a:t>Fifth level</a:t>
            </a:r>
          </a:p>
        </p:txBody>
      </p:sp>
      <p:sp>
        <p:nvSpPr>
          <p:cNvPr id="30" name="PlaceHolder 4"/>
          <p:cNvSpPr>
            <a:spLocks noGrp="1"/>
          </p:cNvSpPr>
          <p:nvPr>
            <p:ph type="dt" idx="16"/>
          </p:nvPr>
        </p:nvSpPr>
        <p:spPr>
          <a:xfrm>
            <a:off x="2263320" y="40680720"/>
            <a:ext cx="7406280" cy="2336400"/>
          </a:xfrm>
          <a:prstGeom prst="rect">
            <a:avLst/>
          </a:prstGeom>
          <a:noFill/>
          <a:ln w="0">
            <a:noFill/>
          </a:ln>
        </p:spPr>
        <p:txBody>
          <a:bodyPr lIns="91440" tIns="45720" rIns="91440" bIns="45720" anchor="ctr">
            <a:noAutofit/>
          </a:bodyPr>
          <a:lstStyle>
            <a:lvl1pPr indent="0" defTabSz="3686760">
              <a:lnSpc>
                <a:spcPct val="100000"/>
              </a:lnSpc>
              <a:buNone/>
              <a:defRPr lang="en-US" sz="4320" b="0" u="none" strike="noStrike">
                <a:solidFill>
                  <a:schemeClr val="dk1">
                    <a:tint val="75000"/>
                  </a:schemeClr>
                </a:solidFill>
                <a:effectLst/>
                <a:uFillTx/>
                <a:latin typeface="Calibri"/>
              </a:defRPr>
            </a:lvl1pPr>
          </a:lstStyle>
          <a:p>
            <a:pPr indent="0" defTabSz="3686760">
              <a:lnSpc>
                <a:spcPct val="100000"/>
              </a:lnSpc>
              <a:buNone/>
            </a:pPr>
            <a:r>
              <a:rPr lang="en-US" sz="4320" b="0" u="none" strike="noStrike">
                <a:solidFill>
                  <a:schemeClr val="dk1">
                    <a:tint val="75000"/>
                  </a:schemeClr>
                </a:solidFill>
                <a:effectLst/>
                <a:uFillTx/>
                <a:latin typeface="Calibri"/>
              </a:rPr>
              <a:t>&lt;date/time&gt;</a:t>
            </a:r>
            <a:endParaRPr lang="en-US" sz="4320" b="0" u="none" strike="noStrike">
              <a:solidFill>
                <a:srgbClr val="000000"/>
              </a:solidFill>
              <a:effectLst/>
              <a:uFillTx/>
              <a:latin typeface="Times New Roman"/>
            </a:endParaRPr>
          </a:p>
        </p:txBody>
      </p:sp>
      <p:sp>
        <p:nvSpPr>
          <p:cNvPr id="31" name="PlaceHolder 5"/>
          <p:cNvSpPr>
            <a:spLocks noGrp="1"/>
          </p:cNvSpPr>
          <p:nvPr>
            <p:ph type="ftr" idx="17"/>
          </p:nvPr>
        </p:nvSpPr>
        <p:spPr>
          <a:xfrm>
            <a:off x="10904400" y="40680720"/>
            <a:ext cx="11109600" cy="23364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2" name="PlaceHolder 6"/>
          <p:cNvSpPr>
            <a:spLocks noGrp="1"/>
          </p:cNvSpPr>
          <p:nvPr>
            <p:ph type="sldNum" idx="18"/>
          </p:nvPr>
        </p:nvSpPr>
        <p:spPr>
          <a:xfrm>
            <a:off x="23248800" y="40680720"/>
            <a:ext cx="7406280" cy="2336400"/>
          </a:xfrm>
          <a:prstGeom prst="rect">
            <a:avLst/>
          </a:prstGeom>
          <a:noFill/>
          <a:ln w="0">
            <a:noFill/>
          </a:ln>
        </p:spPr>
        <p:txBody>
          <a:bodyPr lIns="91440" tIns="45720" rIns="91440" bIns="45720" anchor="ctr">
            <a:noAutofit/>
          </a:bodyPr>
          <a:lstStyle>
            <a:lvl1pPr indent="0" algn="r" defTabSz="3686760">
              <a:lnSpc>
                <a:spcPct val="100000"/>
              </a:lnSpc>
              <a:buNone/>
              <a:defRPr lang="en-US" sz="4320" b="0" u="none" strike="noStrike">
                <a:solidFill>
                  <a:schemeClr val="dk1">
                    <a:tint val="75000"/>
                  </a:schemeClr>
                </a:solidFill>
                <a:effectLst/>
                <a:uFillTx/>
                <a:latin typeface="Calibri"/>
              </a:defRPr>
            </a:lvl1pPr>
          </a:lstStyle>
          <a:p>
            <a:pPr indent="0" algn="r" defTabSz="3686760">
              <a:lnSpc>
                <a:spcPct val="100000"/>
              </a:lnSpc>
              <a:buNone/>
            </a:pPr>
            <a:fld id="{7FA0A2F1-C865-46D0-8164-9659914DD028}" type="slidenum">
              <a:rPr lang="en-US" sz="4320" b="0" u="none" strike="noStrike">
                <a:solidFill>
                  <a:schemeClr val="dk1">
                    <a:tint val="75000"/>
                  </a:schemeClr>
                </a:solidFill>
                <a:effectLst/>
                <a:uFillTx/>
                <a:latin typeface="Calibri"/>
              </a:rPr>
              <a:t>‹#›</a:t>
            </a:fld>
            <a:endParaRPr lang="en-US" sz="432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2267280" y="2336760"/>
            <a:ext cx="28391760" cy="8483400"/>
          </a:xfrm>
          <a:prstGeom prst="rect">
            <a:avLst/>
          </a:prstGeom>
          <a:noFill/>
          <a:ln w="0">
            <a:noFill/>
          </a:ln>
        </p:spPr>
        <p:txBody>
          <a:bodyPr lIns="91440" tIns="45720" rIns="91440" bIns="45720" anchor="ctr">
            <a:noAutofit/>
          </a:bodyPr>
          <a:lstStyle/>
          <a:p>
            <a:pPr indent="0" defTabSz="3291840">
              <a:lnSpc>
                <a:spcPct val="90000"/>
              </a:lnSpc>
              <a:buNone/>
            </a:pPr>
            <a:r>
              <a:rPr lang="en-US" sz="15839" b="0" u="none" strike="noStrike">
                <a:solidFill>
                  <a:schemeClr val="dk1"/>
                </a:solidFill>
                <a:effectLst/>
                <a:uFillTx/>
                <a:latin typeface="Calibri Light"/>
              </a:rPr>
              <a:t>Click to edit Master title style</a:t>
            </a:r>
            <a:endParaRPr lang="en-US" sz="15839" b="0" u="none" strike="noStrike">
              <a:solidFill>
                <a:schemeClr val="dk1"/>
              </a:solidFill>
              <a:effectLst/>
              <a:uFillTx/>
              <a:latin typeface="Calibri"/>
            </a:endParaRPr>
          </a:p>
        </p:txBody>
      </p:sp>
      <p:sp>
        <p:nvSpPr>
          <p:cNvPr id="34" name="PlaceHolder 2"/>
          <p:cNvSpPr>
            <a:spLocks noGrp="1"/>
          </p:cNvSpPr>
          <p:nvPr>
            <p:ph type="body"/>
          </p:nvPr>
        </p:nvSpPr>
        <p:spPr>
          <a:xfrm>
            <a:off x="2267280" y="10759320"/>
            <a:ext cx="13925520" cy="5272560"/>
          </a:xfrm>
          <a:prstGeom prst="rect">
            <a:avLst/>
          </a:prstGeom>
          <a:noFill/>
          <a:ln w="0">
            <a:noFill/>
          </a:ln>
        </p:spPr>
        <p:txBody>
          <a:bodyPr lIns="91440" tIns="45720" rIns="91440" bIns="45720" anchor="b">
            <a:noAutofit/>
          </a:bodyPr>
          <a:lstStyle/>
          <a:p>
            <a:pPr marL="432000" indent="-324000" defTabSz="3291840">
              <a:lnSpc>
                <a:spcPct val="90000"/>
              </a:lnSpc>
              <a:spcBef>
                <a:spcPts val="3600"/>
              </a:spcBef>
              <a:buClr>
                <a:srgbClr val="000000"/>
              </a:buClr>
              <a:buSzPct val="45000"/>
              <a:buFont typeface="Wingdings" charset="2"/>
              <a:buChar char=""/>
              <a:tabLst>
                <a:tab pos="0" algn="l"/>
              </a:tabLst>
            </a:pPr>
            <a:r>
              <a:rPr lang="en-US" sz="8640" b="1" u="none" strike="noStrike">
                <a:solidFill>
                  <a:schemeClr val="dk1"/>
                </a:solidFill>
                <a:effectLst/>
                <a:uFillTx/>
                <a:latin typeface="Calibri"/>
              </a:rPr>
              <a:t>Click to edit Master text styles</a:t>
            </a:r>
            <a:endParaRPr lang="en-US" sz="8640" b="0" u="none" strike="noStrike">
              <a:solidFill>
                <a:schemeClr val="dk1"/>
              </a:solidFill>
              <a:effectLst/>
              <a:uFillTx/>
              <a:latin typeface="Calibri"/>
            </a:endParaRPr>
          </a:p>
        </p:txBody>
      </p:sp>
      <p:sp>
        <p:nvSpPr>
          <p:cNvPr id="35" name="PlaceHolder 3"/>
          <p:cNvSpPr>
            <a:spLocks noGrp="1"/>
          </p:cNvSpPr>
          <p:nvPr>
            <p:ph type="body"/>
          </p:nvPr>
        </p:nvSpPr>
        <p:spPr>
          <a:xfrm>
            <a:off x="2267280" y="16032600"/>
            <a:ext cx="13925520" cy="23581080"/>
          </a:xfrm>
          <a:prstGeom prst="rect">
            <a:avLst/>
          </a:prstGeom>
          <a:noFill/>
          <a:ln w="0">
            <a:noFill/>
          </a:ln>
        </p:spPr>
        <p:txBody>
          <a:bodyPr lIns="91440" tIns="45720" rIns="91440" bIns="45720" anchor="t">
            <a:noAutofit/>
          </a:bodyPr>
          <a:lstStyle/>
          <a:p>
            <a:pPr marL="822960" indent="-822960" defTabSz="3291840">
              <a:lnSpc>
                <a:spcPct val="90000"/>
              </a:lnSpc>
              <a:spcBef>
                <a:spcPts val="3600"/>
              </a:spcBef>
              <a:buClr>
                <a:srgbClr val="000000"/>
              </a:buClr>
              <a:buFont typeface="Arial"/>
              <a:buChar char="•"/>
            </a:pPr>
            <a:r>
              <a:rPr lang="en-US" sz="10080" b="0" u="none" strike="noStrike">
                <a:solidFill>
                  <a:schemeClr val="dk1"/>
                </a:solidFill>
                <a:effectLst/>
                <a:uFillTx/>
                <a:latin typeface="Calibri"/>
              </a:rPr>
              <a:t>Click to edit Master text styles</a:t>
            </a:r>
          </a:p>
          <a:p>
            <a:pPr marL="2468880" lvl="1" indent="-822960" defTabSz="3291840">
              <a:lnSpc>
                <a:spcPct val="90000"/>
              </a:lnSpc>
              <a:spcBef>
                <a:spcPts val="1800"/>
              </a:spcBef>
              <a:buClr>
                <a:srgbClr val="000000"/>
              </a:buClr>
              <a:buFont typeface="Arial"/>
              <a:buChar char="•"/>
            </a:pPr>
            <a:r>
              <a:rPr lang="en-US" sz="8640" b="0" u="none" strike="noStrike">
                <a:solidFill>
                  <a:schemeClr val="dk1"/>
                </a:solidFill>
                <a:effectLst/>
                <a:uFillTx/>
                <a:latin typeface="Calibri"/>
              </a:rPr>
              <a:t>Second level</a:t>
            </a:r>
          </a:p>
          <a:p>
            <a:pPr marL="4114800" lvl="2" indent="-822960" defTabSz="3291840">
              <a:lnSpc>
                <a:spcPct val="90000"/>
              </a:lnSpc>
              <a:spcBef>
                <a:spcPts val="1800"/>
              </a:spcBef>
              <a:buClr>
                <a:srgbClr val="000000"/>
              </a:buClr>
              <a:buFont typeface="Arial"/>
              <a:buChar char="•"/>
            </a:pPr>
            <a:r>
              <a:rPr lang="en-US" sz="7200" b="0" u="none" strike="noStrike">
                <a:solidFill>
                  <a:schemeClr val="dk1"/>
                </a:solidFill>
                <a:effectLst/>
                <a:uFillTx/>
                <a:latin typeface="Calibri"/>
              </a:rPr>
              <a:t>Third level</a:t>
            </a:r>
          </a:p>
          <a:p>
            <a:pPr marL="5760720" lvl="3" indent="-822960" defTabSz="3291840">
              <a:lnSpc>
                <a:spcPct val="90000"/>
              </a:lnSpc>
              <a:spcBef>
                <a:spcPts val="1800"/>
              </a:spcBef>
              <a:buClr>
                <a:srgbClr val="000000"/>
              </a:buClr>
              <a:buFont typeface="Arial"/>
              <a:buChar char="•"/>
            </a:pPr>
            <a:r>
              <a:rPr lang="en-US" sz="6480" b="0" u="none" strike="noStrike">
                <a:solidFill>
                  <a:schemeClr val="dk1"/>
                </a:solidFill>
                <a:effectLst/>
                <a:uFillTx/>
                <a:latin typeface="Calibri"/>
              </a:rPr>
              <a:t>Fourth level</a:t>
            </a:r>
          </a:p>
          <a:p>
            <a:pPr marL="7406640" lvl="4" indent="-822960" defTabSz="3291840">
              <a:lnSpc>
                <a:spcPct val="90000"/>
              </a:lnSpc>
              <a:spcBef>
                <a:spcPts val="1800"/>
              </a:spcBef>
              <a:buClr>
                <a:srgbClr val="000000"/>
              </a:buClr>
              <a:buFont typeface="Arial"/>
              <a:buChar char="•"/>
            </a:pPr>
            <a:r>
              <a:rPr lang="en-US" sz="6480" b="0" u="none" strike="noStrike">
                <a:solidFill>
                  <a:schemeClr val="dk1"/>
                </a:solidFill>
                <a:effectLst/>
                <a:uFillTx/>
                <a:latin typeface="Calibri"/>
              </a:rPr>
              <a:t>Fifth level</a:t>
            </a:r>
          </a:p>
        </p:txBody>
      </p:sp>
      <p:sp>
        <p:nvSpPr>
          <p:cNvPr id="36" name="PlaceHolder 4"/>
          <p:cNvSpPr>
            <a:spLocks noGrp="1"/>
          </p:cNvSpPr>
          <p:nvPr>
            <p:ph type="body"/>
          </p:nvPr>
        </p:nvSpPr>
        <p:spPr>
          <a:xfrm>
            <a:off x="16665120" y="10759320"/>
            <a:ext cx="13994280" cy="5272560"/>
          </a:xfrm>
          <a:prstGeom prst="rect">
            <a:avLst/>
          </a:prstGeom>
          <a:noFill/>
          <a:ln w="0">
            <a:noFill/>
          </a:ln>
        </p:spPr>
        <p:txBody>
          <a:bodyPr lIns="91440" tIns="45720" rIns="91440" bIns="45720" anchor="b">
            <a:noAutofit/>
          </a:bodyPr>
          <a:lstStyle/>
          <a:p>
            <a:pPr indent="0" defTabSz="3291840">
              <a:lnSpc>
                <a:spcPct val="90000"/>
              </a:lnSpc>
              <a:spcBef>
                <a:spcPts val="3600"/>
              </a:spcBef>
              <a:buNone/>
              <a:tabLst>
                <a:tab pos="0" algn="l"/>
              </a:tabLst>
            </a:pPr>
            <a:r>
              <a:rPr lang="en-US" sz="8640" b="1" u="none" strike="noStrike">
                <a:solidFill>
                  <a:schemeClr val="dk1"/>
                </a:solidFill>
                <a:effectLst/>
                <a:uFillTx/>
                <a:latin typeface="Calibri"/>
              </a:rPr>
              <a:t>Click to edit Master text styles</a:t>
            </a:r>
            <a:endParaRPr lang="en-US" sz="8640" b="0" u="none" strike="noStrike">
              <a:solidFill>
                <a:schemeClr val="dk1"/>
              </a:solidFill>
              <a:effectLst/>
              <a:uFillTx/>
              <a:latin typeface="Calibri"/>
            </a:endParaRPr>
          </a:p>
        </p:txBody>
      </p:sp>
      <p:sp>
        <p:nvSpPr>
          <p:cNvPr id="37" name="PlaceHolder 5"/>
          <p:cNvSpPr>
            <a:spLocks noGrp="1"/>
          </p:cNvSpPr>
          <p:nvPr>
            <p:ph type="body"/>
          </p:nvPr>
        </p:nvSpPr>
        <p:spPr>
          <a:xfrm>
            <a:off x="16665120" y="16032600"/>
            <a:ext cx="13994280" cy="23581080"/>
          </a:xfrm>
          <a:prstGeom prst="rect">
            <a:avLst/>
          </a:prstGeom>
          <a:noFill/>
          <a:ln w="0">
            <a:noFill/>
          </a:ln>
        </p:spPr>
        <p:txBody>
          <a:bodyPr lIns="91440" tIns="45720" rIns="91440" bIns="45720" anchor="t">
            <a:noAutofit/>
          </a:bodyPr>
          <a:lstStyle/>
          <a:p>
            <a:pPr marL="822960" indent="-822960" defTabSz="3291840">
              <a:lnSpc>
                <a:spcPct val="90000"/>
              </a:lnSpc>
              <a:spcBef>
                <a:spcPts val="3600"/>
              </a:spcBef>
              <a:buClr>
                <a:srgbClr val="000000"/>
              </a:buClr>
              <a:buFont typeface="Arial"/>
              <a:buChar char="•"/>
            </a:pPr>
            <a:r>
              <a:rPr lang="en-US" sz="10080" b="0" u="none" strike="noStrike">
                <a:solidFill>
                  <a:schemeClr val="dk1"/>
                </a:solidFill>
                <a:effectLst/>
                <a:uFillTx/>
                <a:latin typeface="Calibri"/>
              </a:rPr>
              <a:t>Click to edit Master text styles</a:t>
            </a:r>
          </a:p>
          <a:p>
            <a:pPr marL="2468880" lvl="1" indent="-822960" defTabSz="3291840">
              <a:lnSpc>
                <a:spcPct val="90000"/>
              </a:lnSpc>
              <a:spcBef>
                <a:spcPts val="1800"/>
              </a:spcBef>
              <a:buClr>
                <a:srgbClr val="000000"/>
              </a:buClr>
              <a:buFont typeface="Arial"/>
              <a:buChar char="•"/>
            </a:pPr>
            <a:r>
              <a:rPr lang="en-US" sz="8640" b="0" u="none" strike="noStrike">
                <a:solidFill>
                  <a:schemeClr val="dk1"/>
                </a:solidFill>
                <a:effectLst/>
                <a:uFillTx/>
                <a:latin typeface="Calibri"/>
              </a:rPr>
              <a:t>Second level</a:t>
            </a:r>
          </a:p>
          <a:p>
            <a:pPr marL="4114800" lvl="2" indent="-822960" defTabSz="3291840">
              <a:lnSpc>
                <a:spcPct val="90000"/>
              </a:lnSpc>
              <a:spcBef>
                <a:spcPts val="1800"/>
              </a:spcBef>
              <a:buClr>
                <a:srgbClr val="000000"/>
              </a:buClr>
              <a:buFont typeface="Arial"/>
              <a:buChar char="•"/>
            </a:pPr>
            <a:r>
              <a:rPr lang="en-US" sz="7200" b="0" u="none" strike="noStrike">
                <a:solidFill>
                  <a:schemeClr val="dk1"/>
                </a:solidFill>
                <a:effectLst/>
                <a:uFillTx/>
                <a:latin typeface="Calibri"/>
              </a:rPr>
              <a:t>Third level</a:t>
            </a:r>
          </a:p>
          <a:p>
            <a:pPr marL="5760720" lvl="3" indent="-822960" defTabSz="3291840">
              <a:lnSpc>
                <a:spcPct val="90000"/>
              </a:lnSpc>
              <a:spcBef>
                <a:spcPts val="1800"/>
              </a:spcBef>
              <a:buClr>
                <a:srgbClr val="000000"/>
              </a:buClr>
              <a:buFont typeface="Arial"/>
              <a:buChar char="•"/>
            </a:pPr>
            <a:r>
              <a:rPr lang="en-US" sz="6480" b="0" u="none" strike="noStrike">
                <a:solidFill>
                  <a:schemeClr val="dk1"/>
                </a:solidFill>
                <a:effectLst/>
                <a:uFillTx/>
                <a:latin typeface="Calibri"/>
              </a:rPr>
              <a:t>Fourth level</a:t>
            </a:r>
          </a:p>
          <a:p>
            <a:pPr marL="7406640" lvl="4" indent="-822960" defTabSz="3291840">
              <a:lnSpc>
                <a:spcPct val="90000"/>
              </a:lnSpc>
              <a:spcBef>
                <a:spcPts val="1800"/>
              </a:spcBef>
              <a:buClr>
                <a:srgbClr val="000000"/>
              </a:buClr>
              <a:buFont typeface="Arial"/>
              <a:buChar char="•"/>
            </a:pPr>
            <a:r>
              <a:rPr lang="en-US" sz="6480" b="0" u="none" strike="noStrike">
                <a:solidFill>
                  <a:schemeClr val="dk1"/>
                </a:solidFill>
                <a:effectLst/>
                <a:uFillTx/>
                <a:latin typeface="Calibri"/>
              </a:rPr>
              <a:t>Fifth level</a:t>
            </a:r>
          </a:p>
        </p:txBody>
      </p:sp>
      <p:sp>
        <p:nvSpPr>
          <p:cNvPr id="38" name="PlaceHolder 6"/>
          <p:cNvSpPr>
            <a:spLocks noGrp="1"/>
          </p:cNvSpPr>
          <p:nvPr>
            <p:ph type="dt" idx="19"/>
          </p:nvPr>
        </p:nvSpPr>
        <p:spPr>
          <a:xfrm>
            <a:off x="2263320" y="40680720"/>
            <a:ext cx="7406280" cy="2336400"/>
          </a:xfrm>
          <a:prstGeom prst="rect">
            <a:avLst/>
          </a:prstGeom>
          <a:noFill/>
          <a:ln w="0">
            <a:noFill/>
          </a:ln>
        </p:spPr>
        <p:txBody>
          <a:bodyPr lIns="91440" tIns="45720" rIns="91440" bIns="45720" anchor="ctr">
            <a:noAutofit/>
          </a:bodyPr>
          <a:lstStyle>
            <a:lvl1pPr indent="0" defTabSz="3686760">
              <a:lnSpc>
                <a:spcPct val="100000"/>
              </a:lnSpc>
              <a:buNone/>
              <a:defRPr lang="en-US" sz="4320" b="0" u="none" strike="noStrike">
                <a:solidFill>
                  <a:schemeClr val="dk1">
                    <a:tint val="75000"/>
                  </a:schemeClr>
                </a:solidFill>
                <a:effectLst/>
                <a:uFillTx/>
                <a:latin typeface="Calibri"/>
              </a:defRPr>
            </a:lvl1pPr>
          </a:lstStyle>
          <a:p>
            <a:pPr indent="0" defTabSz="3686760">
              <a:lnSpc>
                <a:spcPct val="100000"/>
              </a:lnSpc>
              <a:buNone/>
            </a:pPr>
            <a:r>
              <a:rPr lang="en-US" sz="4320" b="0" u="none" strike="noStrike">
                <a:solidFill>
                  <a:schemeClr val="dk1">
                    <a:tint val="75000"/>
                  </a:schemeClr>
                </a:solidFill>
                <a:effectLst/>
                <a:uFillTx/>
                <a:latin typeface="Calibri"/>
              </a:rPr>
              <a:t>&lt;date/time&gt;</a:t>
            </a:r>
            <a:endParaRPr lang="en-US" sz="4320" b="0" u="none" strike="noStrike">
              <a:solidFill>
                <a:srgbClr val="000000"/>
              </a:solidFill>
              <a:effectLst/>
              <a:uFillTx/>
              <a:latin typeface="Times New Roman"/>
            </a:endParaRPr>
          </a:p>
        </p:txBody>
      </p:sp>
      <p:sp>
        <p:nvSpPr>
          <p:cNvPr id="39" name="PlaceHolder 7"/>
          <p:cNvSpPr>
            <a:spLocks noGrp="1"/>
          </p:cNvSpPr>
          <p:nvPr>
            <p:ph type="ftr" idx="20"/>
          </p:nvPr>
        </p:nvSpPr>
        <p:spPr>
          <a:xfrm>
            <a:off x="10904400" y="40680720"/>
            <a:ext cx="11109600" cy="23364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0" name="PlaceHolder 8"/>
          <p:cNvSpPr>
            <a:spLocks noGrp="1"/>
          </p:cNvSpPr>
          <p:nvPr>
            <p:ph type="sldNum" idx="21"/>
          </p:nvPr>
        </p:nvSpPr>
        <p:spPr>
          <a:xfrm>
            <a:off x="23248800" y="40680720"/>
            <a:ext cx="7406280" cy="2336400"/>
          </a:xfrm>
          <a:prstGeom prst="rect">
            <a:avLst/>
          </a:prstGeom>
          <a:noFill/>
          <a:ln w="0">
            <a:noFill/>
          </a:ln>
        </p:spPr>
        <p:txBody>
          <a:bodyPr lIns="91440" tIns="45720" rIns="91440" bIns="45720" anchor="ctr">
            <a:noAutofit/>
          </a:bodyPr>
          <a:lstStyle>
            <a:lvl1pPr indent="0" algn="r" defTabSz="3686760">
              <a:lnSpc>
                <a:spcPct val="100000"/>
              </a:lnSpc>
              <a:buNone/>
              <a:defRPr lang="en-US" sz="4320" b="0" u="none" strike="noStrike">
                <a:solidFill>
                  <a:schemeClr val="dk1">
                    <a:tint val="75000"/>
                  </a:schemeClr>
                </a:solidFill>
                <a:effectLst/>
                <a:uFillTx/>
                <a:latin typeface="Calibri"/>
              </a:defRPr>
            </a:lvl1pPr>
          </a:lstStyle>
          <a:p>
            <a:pPr indent="0" algn="r" defTabSz="3686760">
              <a:lnSpc>
                <a:spcPct val="100000"/>
              </a:lnSpc>
              <a:buNone/>
            </a:pPr>
            <a:fld id="{BF581548-F6BC-4C7E-ABC2-29B1CD527CDB}" type="slidenum">
              <a:rPr lang="en-US" sz="4320" b="0" u="none" strike="noStrike">
                <a:solidFill>
                  <a:schemeClr val="dk1">
                    <a:tint val="75000"/>
                  </a:schemeClr>
                </a:solidFill>
                <a:effectLst/>
                <a:uFillTx/>
                <a:latin typeface="Calibri"/>
              </a:rPr>
              <a:t>‹#›</a:t>
            </a:fld>
            <a:endParaRPr lang="en-US" sz="432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2263320" y="2336760"/>
            <a:ext cx="28391760" cy="8483400"/>
          </a:xfrm>
          <a:prstGeom prst="rect">
            <a:avLst/>
          </a:prstGeom>
          <a:noFill/>
          <a:ln w="0">
            <a:noFill/>
          </a:ln>
        </p:spPr>
        <p:txBody>
          <a:bodyPr lIns="91440" tIns="45720" rIns="91440" bIns="45720" anchor="ctr">
            <a:noAutofit/>
          </a:bodyPr>
          <a:lstStyle/>
          <a:p>
            <a:pPr indent="0" defTabSz="3291840">
              <a:lnSpc>
                <a:spcPct val="90000"/>
              </a:lnSpc>
              <a:buNone/>
            </a:pPr>
            <a:r>
              <a:rPr lang="en-US" sz="15839" b="0" u="none" strike="noStrike">
                <a:solidFill>
                  <a:schemeClr val="dk1"/>
                </a:solidFill>
                <a:effectLst/>
                <a:uFillTx/>
                <a:latin typeface="Calibri Light"/>
              </a:rPr>
              <a:t>Click to edit Master title style</a:t>
            </a:r>
            <a:endParaRPr lang="en-US" sz="15839" b="0" u="none" strike="noStrike">
              <a:solidFill>
                <a:schemeClr val="dk1"/>
              </a:solidFill>
              <a:effectLst/>
              <a:uFillTx/>
              <a:latin typeface="Calibri"/>
            </a:endParaRPr>
          </a:p>
        </p:txBody>
      </p:sp>
      <p:sp>
        <p:nvSpPr>
          <p:cNvPr id="42" name="PlaceHolder 2"/>
          <p:cNvSpPr>
            <a:spLocks noGrp="1"/>
          </p:cNvSpPr>
          <p:nvPr>
            <p:ph type="dt" idx="22"/>
          </p:nvPr>
        </p:nvSpPr>
        <p:spPr>
          <a:xfrm>
            <a:off x="2263320" y="40680720"/>
            <a:ext cx="7406280" cy="2336400"/>
          </a:xfrm>
          <a:prstGeom prst="rect">
            <a:avLst/>
          </a:prstGeom>
          <a:noFill/>
          <a:ln w="0">
            <a:noFill/>
          </a:ln>
        </p:spPr>
        <p:txBody>
          <a:bodyPr lIns="91440" tIns="45720" rIns="91440" bIns="45720" anchor="ctr">
            <a:noAutofit/>
          </a:bodyPr>
          <a:lstStyle>
            <a:lvl1pPr indent="0" defTabSz="3686760">
              <a:lnSpc>
                <a:spcPct val="100000"/>
              </a:lnSpc>
              <a:buNone/>
              <a:defRPr lang="en-US" sz="4320" b="0" u="none" strike="noStrike">
                <a:solidFill>
                  <a:schemeClr val="dk1">
                    <a:tint val="75000"/>
                  </a:schemeClr>
                </a:solidFill>
                <a:effectLst/>
                <a:uFillTx/>
                <a:latin typeface="Calibri"/>
              </a:defRPr>
            </a:lvl1pPr>
          </a:lstStyle>
          <a:p>
            <a:pPr indent="0" defTabSz="3686760">
              <a:lnSpc>
                <a:spcPct val="100000"/>
              </a:lnSpc>
              <a:buNone/>
            </a:pPr>
            <a:r>
              <a:rPr lang="en-US" sz="4320" b="0" u="none" strike="noStrike">
                <a:solidFill>
                  <a:schemeClr val="dk1">
                    <a:tint val="75000"/>
                  </a:schemeClr>
                </a:solidFill>
                <a:effectLst/>
                <a:uFillTx/>
                <a:latin typeface="Calibri"/>
              </a:rPr>
              <a:t>&lt;date/time&gt;</a:t>
            </a:r>
            <a:endParaRPr lang="en-US" sz="4320" b="0" u="none" strike="noStrike">
              <a:solidFill>
                <a:srgbClr val="000000"/>
              </a:solidFill>
              <a:effectLst/>
              <a:uFillTx/>
              <a:latin typeface="Times New Roman"/>
            </a:endParaRPr>
          </a:p>
        </p:txBody>
      </p:sp>
      <p:sp>
        <p:nvSpPr>
          <p:cNvPr id="43" name="PlaceHolder 3"/>
          <p:cNvSpPr>
            <a:spLocks noGrp="1"/>
          </p:cNvSpPr>
          <p:nvPr>
            <p:ph type="ftr" idx="23"/>
          </p:nvPr>
        </p:nvSpPr>
        <p:spPr>
          <a:xfrm>
            <a:off x="10904400" y="40680720"/>
            <a:ext cx="11109600" cy="23364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4" name="PlaceHolder 4"/>
          <p:cNvSpPr>
            <a:spLocks noGrp="1"/>
          </p:cNvSpPr>
          <p:nvPr>
            <p:ph type="sldNum" idx="24"/>
          </p:nvPr>
        </p:nvSpPr>
        <p:spPr>
          <a:xfrm>
            <a:off x="23248800" y="40680720"/>
            <a:ext cx="7406280" cy="2336400"/>
          </a:xfrm>
          <a:prstGeom prst="rect">
            <a:avLst/>
          </a:prstGeom>
          <a:noFill/>
          <a:ln w="0">
            <a:noFill/>
          </a:ln>
        </p:spPr>
        <p:txBody>
          <a:bodyPr lIns="91440" tIns="45720" rIns="91440" bIns="45720" anchor="ctr">
            <a:noAutofit/>
          </a:bodyPr>
          <a:lstStyle>
            <a:lvl1pPr indent="0" algn="r" defTabSz="3686760">
              <a:lnSpc>
                <a:spcPct val="100000"/>
              </a:lnSpc>
              <a:buNone/>
              <a:defRPr lang="en-US" sz="4320" b="0" u="none" strike="noStrike">
                <a:solidFill>
                  <a:schemeClr val="dk1">
                    <a:tint val="75000"/>
                  </a:schemeClr>
                </a:solidFill>
                <a:effectLst/>
                <a:uFillTx/>
                <a:latin typeface="Calibri"/>
              </a:defRPr>
            </a:lvl1pPr>
          </a:lstStyle>
          <a:p>
            <a:pPr indent="0" algn="r" defTabSz="3686760">
              <a:lnSpc>
                <a:spcPct val="100000"/>
              </a:lnSpc>
              <a:buNone/>
            </a:pPr>
            <a:fld id="{0F05AC51-3074-4323-8D78-C52EDF208115}" type="slidenum">
              <a:rPr lang="en-US" sz="4320" b="0" u="none" strike="noStrike">
                <a:solidFill>
                  <a:schemeClr val="dk1">
                    <a:tint val="75000"/>
                  </a:schemeClr>
                </a:solidFill>
                <a:effectLst/>
                <a:uFillTx/>
                <a:latin typeface="Calibri"/>
              </a:rPr>
              <a:t>‹#›</a:t>
            </a:fld>
            <a:endParaRPr lang="en-US" sz="432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 name="PlaceHolder 1"/>
          <p:cNvSpPr>
            <a:spLocks noGrp="1"/>
          </p:cNvSpPr>
          <p:nvPr>
            <p:ph type="dt" idx="25"/>
          </p:nvPr>
        </p:nvSpPr>
        <p:spPr>
          <a:xfrm>
            <a:off x="2263320" y="40680720"/>
            <a:ext cx="7406280" cy="2336400"/>
          </a:xfrm>
          <a:prstGeom prst="rect">
            <a:avLst/>
          </a:prstGeom>
          <a:noFill/>
          <a:ln w="0">
            <a:noFill/>
          </a:ln>
        </p:spPr>
        <p:txBody>
          <a:bodyPr lIns="91440" tIns="45720" rIns="91440" bIns="45720" anchor="ctr">
            <a:noAutofit/>
          </a:bodyPr>
          <a:lstStyle>
            <a:lvl1pPr indent="0" defTabSz="3686760">
              <a:lnSpc>
                <a:spcPct val="100000"/>
              </a:lnSpc>
              <a:buNone/>
              <a:defRPr lang="en-US" sz="4320" b="0" u="none" strike="noStrike">
                <a:solidFill>
                  <a:schemeClr val="dk1">
                    <a:tint val="75000"/>
                  </a:schemeClr>
                </a:solidFill>
                <a:effectLst/>
                <a:uFillTx/>
                <a:latin typeface="Calibri"/>
              </a:defRPr>
            </a:lvl1pPr>
          </a:lstStyle>
          <a:p>
            <a:pPr indent="0" defTabSz="3686760">
              <a:lnSpc>
                <a:spcPct val="100000"/>
              </a:lnSpc>
              <a:buNone/>
            </a:pPr>
            <a:r>
              <a:rPr lang="en-US" sz="4320" b="0" u="none" strike="noStrike">
                <a:solidFill>
                  <a:schemeClr val="dk1">
                    <a:tint val="75000"/>
                  </a:schemeClr>
                </a:solidFill>
                <a:effectLst/>
                <a:uFillTx/>
                <a:latin typeface="Calibri"/>
              </a:rPr>
              <a:t>&lt;date/time&gt;</a:t>
            </a:r>
            <a:endParaRPr lang="en-US" sz="4320" b="0" u="none" strike="noStrike">
              <a:solidFill>
                <a:srgbClr val="000000"/>
              </a:solidFill>
              <a:effectLst/>
              <a:uFillTx/>
              <a:latin typeface="Times New Roman"/>
            </a:endParaRPr>
          </a:p>
        </p:txBody>
      </p:sp>
      <p:sp>
        <p:nvSpPr>
          <p:cNvPr id="46" name="PlaceHolder 2"/>
          <p:cNvSpPr>
            <a:spLocks noGrp="1"/>
          </p:cNvSpPr>
          <p:nvPr>
            <p:ph type="ftr" idx="26"/>
          </p:nvPr>
        </p:nvSpPr>
        <p:spPr>
          <a:xfrm>
            <a:off x="10904400" y="40680720"/>
            <a:ext cx="11109600" cy="23364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7" name="PlaceHolder 3"/>
          <p:cNvSpPr>
            <a:spLocks noGrp="1"/>
          </p:cNvSpPr>
          <p:nvPr>
            <p:ph type="sldNum" idx="27"/>
          </p:nvPr>
        </p:nvSpPr>
        <p:spPr>
          <a:xfrm>
            <a:off x="23248800" y="40680720"/>
            <a:ext cx="7406280" cy="2336400"/>
          </a:xfrm>
          <a:prstGeom prst="rect">
            <a:avLst/>
          </a:prstGeom>
          <a:noFill/>
          <a:ln w="0">
            <a:noFill/>
          </a:ln>
        </p:spPr>
        <p:txBody>
          <a:bodyPr lIns="91440" tIns="45720" rIns="91440" bIns="45720" anchor="ctr">
            <a:noAutofit/>
          </a:bodyPr>
          <a:lstStyle>
            <a:lvl1pPr indent="0" algn="r" defTabSz="3686760">
              <a:lnSpc>
                <a:spcPct val="100000"/>
              </a:lnSpc>
              <a:buNone/>
              <a:defRPr lang="en-US" sz="4320" b="0" u="none" strike="noStrike">
                <a:solidFill>
                  <a:schemeClr val="dk1">
                    <a:tint val="75000"/>
                  </a:schemeClr>
                </a:solidFill>
                <a:effectLst/>
                <a:uFillTx/>
                <a:latin typeface="Calibri"/>
              </a:defRPr>
            </a:lvl1pPr>
          </a:lstStyle>
          <a:p>
            <a:pPr indent="0" algn="r" defTabSz="3686760">
              <a:lnSpc>
                <a:spcPct val="100000"/>
              </a:lnSpc>
              <a:buNone/>
            </a:pPr>
            <a:fld id="{46A45BA0-370F-40AA-852A-A228D61883BD}" type="slidenum">
              <a:rPr lang="en-US" sz="4320" b="0" u="none" strike="noStrike">
                <a:solidFill>
                  <a:schemeClr val="dk1">
                    <a:tint val="75000"/>
                  </a:schemeClr>
                </a:solidFill>
                <a:effectLst/>
                <a:uFillTx/>
                <a:latin typeface="Calibri"/>
              </a:rPr>
              <a:t>‹#›</a:t>
            </a:fld>
            <a:endParaRPr lang="en-US" sz="432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2267280" y="2926080"/>
            <a:ext cx="10616760" cy="10240920"/>
          </a:xfrm>
          <a:prstGeom prst="rect">
            <a:avLst/>
          </a:prstGeom>
          <a:noFill/>
          <a:ln w="0">
            <a:noFill/>
          </a:ln>
        </p:spPr>
        <p:txBody>
          <a:bodyPr lIns="91440" tIns="45720" rIns="91440" bIns="45720" anchor="b">
            <a:noAutofit/>
          </a:bodyPr>
          <a:lstStyle/>
          <a:p>
            <a:pPr indent="0" defTabSz="3291840">
              <a:lnSpc>
                <a:spcPct val="90000"/>
              </a:lnSpc>
              <a:buNone/>
            </a:pPr>
            <a:r>
              <a:rPr lang="en-US" sz="11520" b="0" u="none" strike="noStrike">
                <a:solidFill>
                  <a:schemeClr val="dk1"/>
                </a:solidFill>
                <a:effectLst/>
                <a:uFillTx/>
                <a:latin typeface="Calibri Light"/>
              </a:rPr>
              <a:t>Click to edit Master title style</a:t>
            </a:r>
            <a:endParaRPr lang="en-US" sz="11520" b="0" u="none" strike="noStrike">
              <a:solidFill>
                <a:schemeClr val="dk1"/>
              </a:solidFill>
              <a:effectLst/>
              <a:uFillTx/>
              <a:latin typeface="Calibri"/>
            </a:endParaRPr>
          </a:p>
        </p:txBody>
      </p:sp>
      <p:sp>
        <p:nvSpPr>
          <p:cNvPr id="49" name="PlaceHolder 2"/>
          <p:cNvSpPr>
            <a:spLocks noGrp="1"/>
          </p:cNvSpPr>
          <p:nvPr>
            <p:ph type="body"/>
          </p:nvPr>
        </p:nvSpPr>
        <p:spPr>
          <a:xfrm>
            <a:off x="13994640" y="6319440"/>
            <a:ext cx="16664760" cy="31190760"/>
          </a:xfrm>
          <a:prstGeom prst="rect">
            <a:avLst/>
          </a:prstGeom>
          <a:noFill/>
          <a:ln w="0">
            <a:noFill/>
          </a:ln>
        </p:spPr>
        <p:txBody>
          <a:bodyPr lIns="91440" tIns="45720" rIns="91440" bIns="45720" anchor="t">
            <a:noAutofit/>
          </a:bodyPr>
          <a:lstStyle/>
          <a:p>
            <a:pPr marL="432000" indent="-324000" defTabSz="3291840">
              <a:lnSpc>
                <a:spcPct val="90000"/>
              </a:lnSpc>
              <a:spcBef>
                <a:spcPts val="3600"/>
              </a:spcBef>
              <a:buClr>
                <a:srgbClr val="000000"/>
              </a:buClr>
              <a:buSzPct val="45000"/>
              <a:buFont typeface="Wingdings" charset="2"/>
              <a:buChar char=""/>
            </a:pPr>
            <a:r>
              <a:rPr lang="en-US" sz="11520" b="0" u="none" strike="noStrike">
                <a:solidFill>
                  <a:schemeClr val="dk1"/>
                </a:solidFill>
                <a:effectLst/>
                <a:uFillTx/>
                <a:latin typeface="Calibri"/>
              </a:rPr>
              <a:t>Click to edit Master text styles</a:t>
            </a:r>
          </a:p>
          <a:p>
            <a:pPr marL="864000" lvl="1" indent="-324000" defTabSz="3291840">
              <a:lnSpc>
                <a:spcPct val="90000"/>
              </a:lnSpc>
              <a:spcBef>
                <a:spcPts val="1800"/>
              </a:spcBef>
              <a:buClr>
                <a:srgbClr val="000000"/>
              </a:buClr>
              <a:buSzPct val="75000"/>
              <a:buFont typeface="Symbol" charset="2"/>
              <a:buChar char=""/>
            </a:pPr>
            <a:r>
              <a:rPr lang="en-US" sz="10080" b="0" u="none" strike="noStrike">
                <a:solidFill>
                  <a:schemeClr val="dk1"/>
                </a:solidFill>
                <a:effectLst/>
                <a:uFillTx/>
                <a:latin typeface="Calibri"/>
              </a:rPr>
              <a:t>Second level</a:t>
            </a:r>
          </a:p>
          <a:p>
            <a:pPr marL="1296000" lvl="2" indent="-288000" defTabSz="3291840">
              <a:lnSpc>
                <a:spcPct val="90000"/>
              </a:lnSpc>
              <a:spcBef>
                <a:spcPts val="1800"/>
              </a:spcBef>
              <a:buClr>
                <a:srgbClr val="000000"/>
              </a:buClr>
              <a:buSzPct val="45000"/>
              <a:buFont typeface="Wingdings" charset="2"/>
              <a:buChar char=""/>
            </a:pPr>
            <a:r>
              <a:rPr lang="en-US" sz="8640" b="0" u="none" strike="noStrike">
                <a:solidFill>
                  <a:schemeClr val="dk1"/>
                </a:solidFill>
                <a:effectLst/>
                <a:uFillTx/>
                <a:latin typeface="Calibri"/>
              </a:rPr>
              <a:t>Third level</a:t>
            </a:r>
          </a:p>
          <a:p>
            <a:pPr marL="1728000" lvl="3" indent="-216000" defTabSz="3291840">
              <a:lnSpc>
                <a:spcPct val="90000"/>
              </a:lnSpc>
              <a:spcBef>
                <a:spcPts val="1800"/>
              </a:spcBef>
              <a:buClr>
                <a:srgbClr val="000000"/>
              </a:buClr>
              <a:buSzPct val="75000"/>
              <a:buFont typeface="Symbol" charset="2"/>
              <a:buChar char=""/>
            </a:pPr>
            <a:r>
              <a:rPr lang="en-US" sz="7200" b="0" u="none" strike="noStrike">
                <a:solidFill>
                  <a:schemeClr val="dk1"/>
                </a:solidFill>
                <a:effectLst/>
                <a:uFillTx/>
                <a:latin typeface="Calibri"/>
              </a:rPr>
              <a:t>Fourth level</a:t>
            </a:r>
          </a:p>
          <a:p>
            <a:pPr marL="2160000" lvl="4" indent="-216000" defTabSz="3291840">
              <a:lnSpc>
                <a:spcPct val="90000"/>
              </a:lnSpc>
              <a:spcBef>
                <a:spcPts val="1800"/>
              </a:spcBef>
              <a:buClr>
                <a:srgbClr val="000000"/>
              </a:buClr>
              <a:buSzPct val="45000"/>
              <a:buFont typeface="Wingdings" charset="2"/>
              <a:buChar char=""/>
            </a:pPr>
            <a:r>
              <a:rPr lang="en-US" sz="7200" b="0" u="none" strike="noStrike">
                <a:solidFill>
                  <a:schemeClr val="dk1"/>
                </a:solidFill>
                <a:effectLst/>
                <a:uFillTx/>
                <a:latin typeface="Calibri"/>
              </a:rPr>
              <a:t>Fifth level</a:t>
            </a:r>
          </a:p>
        </p:txBody>
      </p:sp>
      <p:sp>
        <p:nvSpPr>
          <p:cNvPr id="50" name="PlaceHolder 3"/>
          <p:cNvSpPr>
            <a:spLocks noGrp="1"/>
          </p:cNvSpPr>
          <p:nvPr>
            <p:ph type="body"/>
          </p:nvPr>
        </p:nvSpPr>
        <p:spPr>
          <a:xfrm>
            <a:off x="2267280" y="13167360"/>
            <a:ext cx="10616760" cy="24393960"/>
          </a:xfrm>
          <a:prstGeom prst="rect">
            <a:avLst/>
          </a:prstGeom>
          <a:noFill/>
          <a:ln w="0">
            <a:noFill/>
          </a:ln>
        </p:spPr>
        <p:txBody>
          <a:bodyPr lIns="91440" tIns="45720" rIns="91440" bIns="45720" anchor="t">
            <a:noAutofit/>
          </a:bodyPr>
          <a:lstStyle/>
          <a:p>
            <a:pPr indent="0" defTabSz="3291840">
              <a:lnSpc>
                <a:spcPct val="90000"/>
              </a:lnSpc>
              <a:spcBef>
                <a:spcPts val="3600"/>
              </a:spcBef>
              <a:buNone/>
              <a:tabLst>
                <a:tab pos="0" algn="l"/>
              </a:tabLst>
            </a:pPr>
            <a:r>
              <a:rPr lang="en-US" sz="5760" b="0" u="none" strike="noStrike">
                <a:solidFill>
                  <a:schemeClr val="dk1"/>
                </a:solidFill>
                <a:effectLst/>
                <a:uFillTx/>
                <a:latin typeface="Calibri"/>
              </a:rPr>
              <a:t>Click to edit Master text styles</a:t>
            </a:r>
          </a:p>
        </p:txBody>
      </p:sp>
      <p:sp>
        <p:nvSpPr>
          <p:cNvPr id="51" name="PlaceHolder 4"/>
          <p:cNvSpPr>
            <a:spLocks noGrp="1"/>
          </p:cNvSpPr>
          <p:nvPr>
            <p:ph type="dt" idx="28"/>
          </p:nvPr>
        </p:nvSpPr>
        <p:spPr>
          <a:xfrm>
            <a:off x="2263320" y="40680720"/>
            <a:ext cx="7406280" cy="2336400"/>
          </a:xfrm>
          <a:prstGeom prst="rect">
            <a:avLst/>
          </a:prstGeom>
          <a:noFill/>
          <a:ln w="0">
            <a:noFill/>
          </a:ln>
        </p:spPr>
        <p:txBody>
          <a:bodyPr lIns="91440" tIns="45720" rIns="91440" bIns="45720" anchor="ctr">
            <a:noAutofit/>
          </a:bodyPr>
          <a:lstStyle>
            <a:lvl1pPr indent="0" defTabSz="3686760">
              <a:lnSpc>
                <a:spcPct val="100000"/>
              </a:lnSpc>
              <a:buNone/>
              <a:defRPr lang="en-US" sz="4320" b="0" u="none" strike="noStrike">
                <a:solidFill>
                  <a:schemeClr val="dk1">
                    <a:tint val="75000"/>
                  </a:schemeClr>
                </a:solidFill>
                <a:effectLst/>
                <a:uFillTx/>
                <a:latin typeface="Calibri"/>
              </a:defRPr>
            </a:lvl1pPr>
          </a:lstStyle>
          <a:p>
            <a:pPr indent="0" defTabSz="3686760">
              <a:lnSpc>
                <a:spcPct val="100000"/>
              </a:lnSpc>
              <a:buNone/>
            </a:pPr>
            <a:r>
              <a:rPr lang="en-US" sz="4320" b="0" u="none" strike="noStrike">
                <a:solidFill>
                  <a:schemeClr val="dk1">
                    <a:tint val="75000"/>
                  </a:schemeClr>
                </a:solidFill>
                <a:effectLst/>
                <a:uFillTx/>
                <a:latin typeface="Calibri"/>
              </a:rPr>
              <a:t>&lt;date/time&gt;</a:t>
            </a:r>
            <a:endParaRPr lang="en-US" sz="4320" b="0" u="none" strike="noStrike">
              <a:solidFill>
                <a:srgbClr val="000000"/>
              </a:solidFill>
              <a:effectLst/>
              <a:uFillTx/>
              <a:latin typeface="Times New Roman"/>
            </a:endParaRPr>
          </a:p>
        </p:txBody>
      </p:sp>
      <p:sp>
        <p:nvSpPr>
          <p:cNvPr id="52" name="PlaceHolder 5"/>
          <p:cNvSpPr>
            <a:spLocks noGrp="1"/>
          </p:cNvSpPr>
          <p:nvPr>
            <p:ph type="ftr" idx="29"/>
          </p:nvPr>
        </p:nvSpPr>
        <p:spPr>
          <a:xfrm>
            <a:off x="10904400" y="40680720"/>
            <a:ext cx="11109600" cy="23364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3" name="PlaceHolder 6"/>
          <p:cNvSpPr>
            <a:spLocks noGrp="1"/>
          </p:cNvSpPr>
          <p:nvPr>
            <p:ph type="sldNum" idx="30"/>
          </p:nvPr>
        </p:nvSpPr>
        <p:spPr>
          <a:xfrm>
            <a:off x="23248800" y="40680720"/>
            <a:ext cx="7406280" cy="2336400"/>
          </a:xfrm>
          <a:prstGeom prst="rect">
            <a:avLst/>
          </a:prstGeom>
          <a:noFill/>
          <a:ln w="0">
            <a:noFill/>
          </a:ln>
        </p:spPr>
        <p:txBody>
          <a:bodyPr lIns="91440" tIns="45720" rIns="91440" bIns="45720" anchor="ctr">
            <a:noAutofit/>
          </a:bodyPr>
          <a:lstStyle>
            <a:lvl1pPr indent="0" algn="r" defTabSz="3686760">
              <a:lnSpc>
                <a:spcPct val="100000"/>
              </a:lnSpc>
              <a:buNone/>
              <a:defRPr lang="en-US" sz="4320" b="0" u="none" strike="noStrike">
                <a:solidFill>
                  <a:schemeClr val="dk1">
                    <a:tint val="75000"/>
                  </a:schemeClr>
                </a:solidFill>
                <a:effectLst/>
                <a:uFillTx/>
                <a:latin typeface="Calibri"/>
              </a:defRPr>
            </a:lvl1pPr>
          </a:lstStyle>
          <a:p>
            <a:pPr indent="0" algn="r" defTabSz="3686760">
              <a:lnSpc>
                <a:spcPct val="100000"/>
              </a:lnSpc>
              <a:buNone/>
            </a:pPr>
            <a:fld id="{8F0D49BD-4054-4D7E-9042-7F053818855F}" type="slidenum">
              <a:rPr lang="en-US" sz="4320" b="0" u="none" strike="noStrike">
                <a:solidFill>
                  <a:schemeClr val="dk1">
                    <a:tint val="75000"/>
                  </a:schemeClr>
                </a:solidFill>
                <a:effectLst/>
                <a:uFillTx/>
                <a:latin typeface="Calibri"/>
              </a:rPr>
              <a:t>‹#›</a:t>
            </a:fld>
            <a:endParaRPr lang="en-US" sz="432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2267280" y="2926080"/>
            <a:ext cx="10616760" cy="10240920"/>
          </a:xfrm>
          <a:prstGeom prst="rect">
            <a:avLst/>
          </a:prstGeom>
          <a:noFill/>
          <a:ln w="0">
            <a:noFill/>
          </a:ln>
        </p:spPr>
        <p:txBody>
          <a:bodyPr lIns="91440" tIns="45720" rIns="91440" bIns="45720" anchor="b">
            <a:noAutofit/>
          </a:bodyPr>
          <a:lstStyle/>
          <a:p>
            <a:pPr indent="0" defTabSz="3291840">
              <a:lnSpc>
                <a:spcPct val="90000"/>
              </a:lnSpc>
              <a:buNone/>
            </a:pPr>
            <a:r>
              <a:rPr lang="en-US" sz="11520" b="0" u="none" strike="noStrike">
                <a:solidFill>
                  <a:schemeClr val="dk1"/>
                </a:solidFill>
                <a:effectLst/>
                <a:uFillTx/>
                <a:latin typeface="Calibri Light"/>
              </a:rPr>
              <a:t>Click to edit Master title style</a:t>
            </a:r>
            <a:endParaRPr lang="en-US" sz="11520" b="0" u="none" strike="noStrike">
              <a:solidFill>
                <a:schemeClr val="dk1"/>
              </a:solidFill>
              <a:effectLst/>
              <a:uFillTx/>
              <a:latin typeface="Calibri"/>
            </a:endParaRPr>
          </a:p>
        </p:txBody>
      </p:sp>
      <p:sp>
        <p:nvSpPr>
          <p:cNvPr id="55" name="PlaceHolder 2"/>
          <p:cNvSpPr>
            <a:spLocks noGrp="1"/>
          </p:cNvSpPr>
          <p:nvPr>
            <p:ph type="body"/>
          </p:nvPr>
        </p:nvSpPr>
        <p:spPr>
          <a:xfrm>
            <a:off x="13994640" y="6319440"/>
            <a:ext cx="16664760" cy="31190760"/>
          </a:xfrm>
          <a:prstGeom prst="rect">
            <a:avLst/>
          </a:prstGeom>
          <a:noFill/>
          <a:ln w="0">
            <a:noFill/>
          </a:ln>
        </p:spPr>
        <p:txBody>
          <a:bodyPr lIns="90000" tIns="45000" rIns="90000" bIns="45000" anchor="t">
            <a:noAutofit/>
          </a:bodyPr>
          <a:lstStyle/>
          <a:p>
            <a:pPr marL="432000" indent="-324000" defTabSz="3686760">
              <a:lnSpc>
                <a:spcPct val="100000"/>
              </a:lnSpc>
              <a:buClr>
                <a:srgbClr val="000000"/>
              </a:buClr>
              <a:buSzPct val="45000"/>
              <a:buFont typeface="Wingdings" charset="2"/>
              <a:buChar char=""/>
              <a:tabLst>
                <a:tab pos="0" algn="l"/>
              </a:tabLst>
            </a:pPr>
            <a:r>
              <a:rPr lang="en-US" sz="11520" b="0" u="none" strike="noStrike">
                <a:solidFill>
                  <a:schemeClr val="dk1"/>
                </a:solidFill>
                <a:effectLst/>
                <a:uFillTx/>
                <a:latin typeface="Calibri"/>
              </a:rPr>
              <a:t>Click icon to add picture</a:t>
            </a:r>
          </a:p>
        </p:txBody>
      </p:sp>
      <p:sp>
        <p:nvSpPr>
          <p:cNvPr id="56" name="PlaceHolder 3"/>
          <p:cNvSpPr>
            <a:spLocks noGrp="1"/>
          </p:cNvSpPr>
          <p:nvPr>
            <p:ph type="body"/>
          </p:nvPr>
        </p:nvSpPr>
        <p:spPr>
          <a:xfrm>
            <a:off x="2267280" y="13167360"/>
            <a:ext cx="10616760" cy="24393960"/>
          </a:xfrm>
          <a:prstGeom prst="rect">
            <a:avLst/>
          </a:prstGeom>
          <a:noFill/>
          <a:ln w="0">
            <a:noFill/>
          </a:ln>
        </p:spPr>
        <p:txBody>
          <a:bodyPr lIns="91440" tIns="45720" rIns="91440" bIns="45720" anchor="t">
            <a:noAutofit/>
          </a:bodyPr>
          <a:lstStyle/>
          <a:p>
            <a:pPr indent="0" defTabSz="3291840">
              <a:lnSpc>
                <a:spcPct val="90000"/>
              </a:lnSpc>
              <a:spcBef>
                <a:spcPts val="3600"/>
              </a:spcBef>
              <a:buNone/>
              <a:tabLst>
                <a:tab pos="0" algn="l"/>
              </a:tabLst>
            </a:pPr>
            <a:r>
              <a:rPr lang="en-US" sz="5760" b="0" u="none" strike="noStrike">
                <a:solidFill>
                  <a:schemeClr val="dk1"/>
                </a:solidFill>
                <a:effectLst/>
                <a:uFillTx/>
                <a:latin typeface="Calibri"/>
              </a:rPr>
              <a:t>Click to edit Master text styles</a:t>
            </a:r>
          </a:p>
        </p:txBody>
      </p:sp>
      <p:sp>
        <p:nvSpPr>
          <p:cNvPr id="57" name="PlaceHolder 4"/>
          <p:cNvSpPr>
            <a:spLocks noGrp="1"/>
          </p:cNvSpPr>
          <p:nvPr>
            <p:ph type="dt" idx="31"/>
          </p:nvPr>
        </p:nvSpPr>
        <p:spPr>
          <a:xfrm>
            <a:off x="2263320" y="40680720"/>
            <a:ext cx="7406280" cy="2336400"/>
          </a:xfrm>
          <a:prstGeom prst="rect">
            <a:avLst/>
          </a:prstGeom>
          <a:noFill/>
          <a:ln w="0">
            <a:noFill/>
          </a:ln>
        </p:spPr>
        <p:txBody>
          <a:bodyPr lIns="91440" tIns="45720" rIns="91440" bIns="45720" anchor="ctr">
            <a:noAutofit/>
          </a:bodyPr>
          <a:lstStyle>
            <a:lvl1pPr indent="0" defTabSz="3686760">
              <a:lnSpc>
                <a:spcPct val="100000"/>
              </a:lnSpc>
              <a:buNone/>
              <a:defRPr lang="en-US" sz="4320" b="0" u="none" strike="noStrike">
                <a:solidFill>
                  <a:schemeClr val="dk1">
                    <a:tint val="75000"/>
                  </a:schemeClr>
                </a:solidFill>
                <a:effectLst/>
                <a:uFillTx/>
                <a:latin typeface="Calibri"/>
              </a:defRPr>
            </a:lvl1pPr>
          </a:lstStyle>
          <a:p>
            <a:pPr indent="0" defTabSz="3686760">
              <a:lnSpc>
                <a:spcPct val="100000"/>
              </a:lnSpc>
              <a:buNone/>
            </a:pPr>
            <a:r>
              <a:rPr lang="en-US" sz="4320" b="0" u="none" strike="noStrike">
                <a:solidFill>
                  <a:schemeClr val="dk1">
                    <a:tint val="75000"/>
                  </a:schemeClr>
                </a:solidFill>
                <a:effectLst/>
                <a:uFillTx/>
                <a:latin typeface="Calibri"/>
              </a:rPr>
              <a:t>&lt;date/time&gt;</a:t>
            </a:r>
            <a:endParaRPr lang="en-US" sz="4320" b="0" u="none" strike="noStrike">
              <a:solidFill>
                <a:srgbClr val="000000"/>
              </a:solidFill>
              <a:effectLst/>
              <a:uFillTx/>
              <a:latin typeface="Times New Roman"/>
            </a:endParaRPr>
          </a:p>
        </p:txBody>
      </p:sp>
      <p:sp>
        <p:nvSpPr>
          <p:cNvPr id="58" name="PlaceHolder 5"/>
          <p:cNvSpPr>
            <a:spLocks noGrp="1"/>
          </p:cNvSpPr>
          <p:nvPr>
            <p:ph type="ftr" idx="32"/>
          </p:nvPr>
        </p:nvSpPr>
        <p:spPr>
          <a:xfrm>
            <a:off x="10904400" y="40680720"/>
            <a:ext cx="11109600" cy="233640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9" name="PlaceHolder 6"/>
          <p:cNvSpPr>
            <a:spLocks noGrp="1"/>
          </p:cNvSpPr>
          <p:nvPr>
            <p:ph type="sldNum" idx="33"/>
          </p:nvPr>
        </p:nvSpPr>
        <p:spPr>
          <a:xfrm>
            <a:off x="23248800" y="40680720"/>
            <a:ext cx="7406280" cy="2336400"/>
          </a:xfrm>
          <a:prstGeom prst="rect">
            <a:avLst/>
          </a:prstGeom>
          <a:noFill/>
          <a:ln w="0">
            <a:noFill/>
          </a:ln>
        </p:spPr>
        <p:txBody>
          <a:bodyPr lIns="91440" tIns="45720" rIns="91440" bIns="45720" anchor="ctr">
            <a:noAutofit/>
          </a:bodyPr>
          <a:lstStyle>
            <a:lvl1pPr indent="0" algn="r" defTabSz="3686760">
              <a:lnSpc>
                <a:spcPct val="100000"/>
              </a:lnSpc>
              <a:buNone/>
              <a:defRPr lang="en-US" sz="4320" b="0" u="none" strike="noStrike">
                <a:solidFill>
                  <a:schemeClr val="dk1">
                    <a:tint val="75000"/>
                  </a:schemeClr>
                </a:solidFill>
                <a:effectLst/>
                <a:uFillTx/>
                <a:latin typeface="Calibri"/>
              </a:defRPr>
            </a:lvl1pPr>
          </a:lstStyle>
          <a:p>
            <a:pPr indent="0" algn="r" defTabSz="3686760">
              <a:lnSpc>
                <a:spcPct val="100000"/>
              </a:lnSpc>
              <a:buNone/>
            </a:pPr>
            <a:fld id="{EBEDFE62-D954-482B-91A4-2A576D6FE8FA}" type="slidenum">
              <a:rPr lang="en-US" sz="4320" b="0" u="none" strike="noStrike">
                <a:solidFill>
                  <a:schemeClr val="dk1">
                    <a:tint val="75000"/>
                  </a:schemeClr>
                </a:solidFill>
                <a:effectLst/>
                <a:uFillTx/>
                <a:latin typeface="Calibri"/>
              </a:rPr>
              <a:t>‹#›</a:t>
            </a:fld>
            <a:endParaRPr lang="en-US" sz="432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hyperlink" Target="mailto:lv39@cornell.edu" TargetMode="External"/><Relationship Id="rId7" Type="http://schemas.openxmlformats.org/officeDocument/2006/relationships/image" Target="../media/image3.png"/><Relationship Id="rId2" Type="http://schemas.openxmlformats.org/officeDocument/2006/relationships/hyperlink" Target="mailto:lars.vilhuber@cornell.edu" TargetMode="Externa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aeadataeditor.github.io/aea-cumulative-summary/impacts_of_aea_data_editing.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1126E-0CA7-45CA-25B5-2E1114C916A2}"/>
            </a:ext>
          </a:extLst>
        </p:cNvPr>
        <p:cNvGrpSpPr/>
        <p:nvPr/>
      </p:nvGrpSpPr>
      <p:grpSpPr>
        <a:xfrm>
          <a:off x="0" y="0"/>
          <a:ext cx="0" cy="0"/>
          <a:chOff x="0" y="0"/>
          <a:chExt cx="0" cy="0"/>
        </a:xfrm>
      </p:grpSpPr>
      <p:sp>
        <p:nvSpPr>
          <p:cNvPr id="60" name="Text Box 122">
            <a:extLst>
              <a:ext uri="{FF2B5EF4-FFF2-40B4-BE49-F238E27FC236}">
                <a16:creationId xmlns:a16="http://schemas.microsoft.com/office/drawing/2014/main" id="{E8741F2F-5970-FC55-9AAC-63F8B15F59B2}"/>
              </a:ext>
            </a:extLst>
          </p:cNvPr>
          <p:cNvSpPr/>
          <p:nvPr/>
        </p:nvSpPr>
        <p:spPr>
          <a:xfrm>
            <a:off x="5486400" y="720"/>
            <a:ext cx="21945240" cy="4572000"/>
          </a:xfrm>
          <a:prstGeom prst="rect">
            <a:avLst/>
          </a:prstGeom>
          <a:noFill/>
          <a:ln w="0">
            <a:noFill/>
          </a:ln>
        </p:spPr>
        <p:style>
          <a:lnRef idx="0">
            <a:scrgbClr r="0" g="0" b="0"/>
          </a:lnRef>
          <a:fillRef idx="0">
            <a:scrgbClr r="0" g="0" b="0"/>
          </a:fillRef>
          <a:effectRef idx="0">
            <a:scrgbClr r="0" g="0" b="0"/>
          </a:effectRef>
          <a:fontRef idx="minor"/>
        </p:style>
        <p:txBody>
          <a:bodyPr lIns="182880" tIns="457200" rIns="182880" bIns="457200" anchor="ctr">
            <a:spAutoFit/>
          </a:bodyPr>
          <a:lstStyle/>
          <a:p>
            <a:pPr algn="ctr" defTabSz="4389480">
              <a:lnSpc>
                <a:spcPct val="100000"/>
              </a:lnSpc>
            </a:pPr>
            <a:r>
              <a:rPr lang="en-US" sz="8000" b="1" u="none" strike="noStrike" dirty="0">
                <a:solidFill>
                  <a:schemeClr val="accent1">
                    <a:lumMod val="50000"/>
                  </a:schemeClr>
                </a:solidFill>
                <a:effectLst/>
                <a:uFillTx/>
                <a:latin typeface="Calibri"/>
              </a:rPr>
              <a:t>Practical Training in Reproducible Methods for Undergraduates: Scaling the AEA Reproducibility Verification into the Classroom</a:t>
            </a:r>
            <a:endParaRPr lang="en-US" sz="8000" b="0" u="none" strike="noStrike" dirty="0">
              <a:solidFill>
                <a:srgbClr val="000000"/>
              </a:solidFill>
              <a:effectLst/>
              <a:uFillTx/>
              <a:latin typeface="Arial"/>
            </a:endParaRPr>
          </a:p>
        </p:txBody>
      </p:sp>
      <p:sp>
        <p:nvSpPr>
          <p:cNvPr id="61" name="Text Box 123">
            <a:extLst>
              <a:ext uri="{FF2B5EF4-FFF2-40B4-BE49-F238E27FC236}">
                <a16:creationId xmlns:a16="http://schemas.microsoft.com/office/drawing/2014/main" id="{413FE59D-4487-D431-A1C7-9FB81FBDBA8A}"/>
              </a:ext>
            </a:extLst>
          </p:cNvPr>
          <p:cNvSpPr/>
          <p:nvPr/>
        </p:nvSpPr>
        <p:spPr>
          <a:xfrm>
            <a:off x="5990400" y="3929040"/>
            <a:ext cx="21945240" cy="2285640"/>
          </a:xfrm>
          <a:prstGeom prst="rect">
            <a:avLst/>
          </a:prstGeom>
          <a:noFill/>
          <a:ln w="0">
            <a:noFill/>
          </a:ln>
        </p:spPr>
        <p:style>
          <a:lnRef idx="0">
            <a:scrgbClr r="0" g="0" b="0"/>
          </a:lnRef>
          <a:fillRef idx="0">
            <a:scrgbClr r="0" g="0" b="0"/>
          </a:fillRef>
          <a:effectRef idx="0">
            <a:scrgbClr r="0" g="0" b="0"/>
          </a:effectRef>
          <a:fontRef idx="minor"/>
        </p:style>
        <p:txBody>
          <a:bodyPr lIns="182880" tIns="182880" rIns="182880" bIns="182880" anchor="ctr">
            <a:noAutofit/>
          </a:bodyPr>
          <a:lstStyle/>
          <a:p>
            <a:pPr algn="ctr" defTabSz="4389480">
              <a:lnSpc>
                <a:spcPct val="100000"/>
              </a:lnSpc>
            </a:pPr>
            <a:endParaRPr lang="en-US" sz="4800" b="0" u="none" strike="noStrike">
              <a:solidFill>
                <a:srgbClr val="000000"/>
              </a:solidFill>
              <a:effectLst/>
              <a:uFillTx/>
              <a:latin typeface="Arial"/>
            </a:endParaRPr>
          </a:p>
          <a:p>
            <a:pPr algn="ctr" defTabSz="4389480">
              <a:lnSpc>
                <a:spcPct val="100000"/>
              </a:lnSpc>
            </a:pPr>
            <a:r>
              <a:rPr lang="en-US" sz="4800" b="0" u="none" strike="noStrike">
                <a:solidFill>
                  <a:schemeClr val="accent1">
                    <a:lumMod val="50000"/>
                  </a:schemeClr>
                </a:solidFill>
                <a:effectLst/>
                <a:uFillTx/>
                <a:latin typeface="Calibri"/>
              </a:rPr>
              <a:t>Lars Vilhuber, Takshil Sachdev, Ilanith Nizard</a:t>
            </a:r>
            <a:endParaRPr lang="en-US" sz="4800" b="0" u="none" strike="noStrike">
              <a:solidFill>
                <a:srgbClr val="000000"/>
              </a:solidFill>
              <a:effectLst/>
              <a:uFillTx/>
              <a:latin typeface="Arial"/>
            </a:endParaRPr>
          </a:p>
          <a:p>
            <a:pPr algn="ctr" defTabSz="4389480">
              <a:lnSpc>
                <a:spcPct val="100000"/>
              </a:lnSpc>
            </a:pPr>
            <a:r>
              <a:rPr lang="en-US" sz="4800" b="0" u="none" strike="noStrike">
                <a:solidFill>
                  <a:schemeClr val="accent1">
                    <a:lumMod val="50000"/>
                  </a:schemeClr>
                </a:solidFill>
                <a:effectLst/>
                <a:uFillTx/>
                <a:latin typeface="Calibri"/>
              </a:rPr>
              <a:t>Cornell University</a:t>
            </a:r>
            <a:endParaRPr lang="en-US" sz="4800" b="0" u="none" strike="noStrike">
              <a:solidFill>
                <a:srgbClr val="000000"/>
              </a:solidFill>
              <a:effectLst/>
              <a:uFillTx/>
              <a:latin typeface="Arial"/>
            </a:endParaRPr>
          </a:p>
          <a:p>
            <a:pPr algn="ctr" defTabSz="4389480">
              <a:lnSpc>
                <a:spcPct val="100000"/>
              </a:lnSpc>
            </a:pPr>
            <a:endParaRPr lang="en-US" sz="4800" b="0" u="none" strike="noStrike">
              <a:solidFill>
                <a:srgbClr val="000000"/>
              </a:solidFill>
              <a:effectLst/>
              <a:uFillTx/>
              <a:latin typeface="Arial"/>
            </a:endParaRPr>
          </a:p>
        </p:txBody>
      </p:sp>
      <p:sp>
        <p:nvSpPr>
          <p:cNvPr id="62" name="TextBox 5">
            <a:extLst>
              <a:ext uri="{FF2B5EF4-FFF2-40B4-BE49-F238E27FC236}">
                <a16:creationId xmlns:a16="http://schemas.microsoft.com/office/drawing/2014/main" id="{941A7D7F-8FF1-26F4-064B-610A76B3B79C}"/>
              </a:ext>
            </a:extLst>
          </p:cNvPr>
          <p:cNvSpPr/>
          <p:nvPr/>
        </p:nvSpPr>
        <p:spPr>
          <a:xfrm>
            <a:off x="1828800" y="41057280"/>
            <a:ext cx="8159760" cy="2529360"/>
          </a:xfrm>
          <a:prstGeom prst="rect">
            <a:avLst/>
          </a:prstGeom>
          <a:solidFill>
            <a:schemeClr val="accent1">
              <a:lumMod val="40000"/>
              <a:lumOff val="60000"/>
            </a:schemeClr>
          </a:solid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3686760">
              <a:lnSpc>
                <a:spcPct val="100000"/>
              </a:lnSpc>
            </a:pPr>
            <a:r>
              <a:rPr lang="en-US" sz="3200" b="0" u="none" strike="noStrike" dirty="0">
                <a:solidFill>
                  <a:schemeClr val="dk1"/>
                </a:solidFill>
                <a:effectLst/>
                <a:uFillTx/>
                <a:latin typeface="Calibri"/>
              </a:rPr>
              <a:t>Lars </a:t>
            </a:r>
            <a:r>
              <a:rPr lang="en-US" sz="3200" b="0" u="none" strike="noStrike" dirty="0" err="1">
                <a:solidFill>
                  <a:schemeClr val="dk1"/>
                </a:solidFill>
                <a:effectLst/>
                <a:uFillTx/>
                <a:latin typeface="Calibri"/>
              </a:rPr>
              <a:t>Vilhuber</a:t>
            </a:r>
            <a:r>
              <a:rPr lang="en-US" sz="3200" b="0" u="none" strike="noStrike" dirty="0">
                <a:solidFill>
                  <a:schemeClr val="dk1"/>
                </a:solidFill>
                <a:effectLst/>
                <a:uFillTx/>
                <a:latin typeface="Calibri"/>
              </a:rPr>
              <a:t>, Takshil Sachdev, Ilanith Nizard</a:t>
            </a:r>
            <a:endParaRPr lang="en-US" sz="3200" b="0" u="none" strike="noStrike" dirty="0">
              <a:solidFill>
                <a:srgbClr val="000000"/>
              </a:solidFill>
              <a:effectLst/>
              <a:uFillTx/>
              <a:latin typeface="Arial"/>
            </a:endParaRPr>
          </a:p>
          <a:p>
            <a:pPr defTabSz="3686760">
              <a:lnSpc>
                <a:spcPct val="100000"/>
              </a:lnSpc>
            </a:pPr>
            <a:r>
              <a:rPr lang="en-US" sz="3200" b="0" u="none" strike="noStrike" dirty="0">
                <a:solidFill>
                  <a:schemeClr val="dk1"/>
                </a:solidFill>
                <a:effectLst/>
                <a:uFillTx/>
                <a:latin typeface="Calibri"/>
              </a:rPr>
              <a:t>(Cornell University)</a:t>
            </a:r>
            <a:endParaRPr lang="en-US" sz="3200" b="0" u="none" strike="noStrike" dirty="0">
              <a:solidFill>
                <a:srgbClr val="000000"/>
              </a:solidFill>
              <a:effectLst/>
              <a:uFillTx/>
              <a:latin typeface="Arial"/>
            </a:endParaRPr>
          </a:p>
          <a:p>
            <a:pPr defTabSz="3686760">
              <a:lnSpc>
                <a:spcPct val="100000"/>
              </a:lnSpc>
            </a:pPr>
            <a:r>
              <a:rPr lang="en-US" sz="3200" b="0" i="1" u="none" strike="noStrike" dirty="0">
                <a:solidFill>
                  <a:schemeClr val="dk1"/>
                </a:solidFill>
                <a:effectLst/>
                <a:uFillTx/>
                <a:latin typeface="Calibri"/>
              </a:rPr>
              <a:t>Corresponding author: </a:t>
            </a:r>
            <a:br>
              <a:rPr sz="3200" dirty="0"/>
            </a:br>
            <a:r>
              <a:rPr lang="en-US" sz="3200" b="1" u="none" strike="noStrike" dirty="0">
                <a:solidFill>
                  <a:schemeClr val="dk1"/>
                </a:solidFill>
                <a:effectLst/>
                <a:uFillTx/>
                <a:latin typeface="Calibri"/>
                <a:hlinkClick r:id="rId2"/>
              </a:rPr>
              <a:t>lars.vilhuber@cornell.edu</a:t>
            </a:r>
            <a:r>
              <a:rPr lang="en-US" sz="3200" b="1" u="none" strike="noStrike" dirty="0">
                <a:solidFill>
                  <a:schemeClr val="dk1"/>
                </a:solidFill>
                <a:effectLst/>
                <a:uFillTx/>
                <a:latin typeface="Calibri"/>
              </a:rPr>
              <a:t> or </a:t>
            </a:r>
            <a:r>
              <a:rPr lang="en-US" sz="3200" b="1" u="none" strike="noStrike" dirty="0">
                <a:solidFill>
                  <a:schemeClr val="dk1"/>
                </a:solidFill>
                <a:effectLst/>
                <a:uFillTx/>
                <a:latin typeface="Calibri"/>
                <a:hlinkClick r:id="rId3"/>
              </a:rPr>
              <a:t>lv39@cornell.edu</a:t>
            </a:r>
            <a:r>
              <a:rPr lang="en-US" sz="3200" b="1" u="none" strike="noStrike" dirty="0">
                <a:solidFill>
                  <a:schemeClr val="dk1"/>
                </a:solidFill>
                <a:effectLst/>
                <a:uFillTx/>
                <a:latin typeface="Calibri"/>
              </a:rPr>
              <a:t> </a:t>
            </a:r>
            <a:br>
              <a:rPr sz="3200" dirty="0"/>
            </a:br>
            <a:endParaRPr lang="en-US" sz="3200" b="0" u="none" strike="noStrike" dirty="0">
              <a:solidFill>
                <a:srgbClr val="000000"/>
              </a:solidFill>
              <a:effectLst/>
              <a:uFillTx/>
              <a:latin typeface="Arial"/>
            </a:endParaRPr>
          </a:p>
        </p:txBody>
      </p:sp>
      <p:sp>
        <p:nvSpPr>
          <p:cNvPr id="63" name="TextBox 6">
            <a:extLst>
              <a:ext uri="{FF2B5EF4-FFF2-40B4-BE49-F238E27FC236}">
                <a16:creationId xmlns:a16="http://schemas.microsoft.com/office/drawing/2014/main" id="{1D234924-963E-B09D-18CB-E8145A7712F0}"/>
              </a:ext>
            </a:extLst>
          </p:cNvPr>
          <p:cNvSpPr/>
          <p:nvPr/>
        </p:nvSpPr>
        <p:spPr>
          <a:xfrm>
            <a:off x="1828800" y="38862000"/>
            <a:ext cx="2611440" cy="10047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3686760">
              <a:lnSpc>
                <a:spcPct val="100000"/>
              </a:lnSpc>
            </a:pPr>
            <a:r>
              <a:rPr lang="en-US" sz="6000" b="1" u="none" strike="noStrike">
                <a:solidFill>
                  <a:schemeClr val="dk1"/>
                </a:solidFill>
                <a:effectLst/>
                <a:uFillTx/>
                <a:latin typeface="Calibri"/>
              </a:rPr>
              <a:t>Contact</a:t>
            </a:r>
            <a:endParaRPr lang="en-US" sz="6000" b="0" u="none" strike="noStrike">
              <a:solidFill>
                <a:srgbClr val="000000"/>
              </a:solidFill>
              <a:effectLst/>
              <a:uFillTx/>
              <a:latin typeface="Arial"/>
            </a:endParaRPr>
          </a:p>
        </p:txBody>
      </p:sp>
      <p:sp>
        <p:nvSpPr>
          <p:cNvPr id="64" name="TextBox 7">
            <a:extLst>
              <a:ext uri="{FF2B5EF4-FFF2-40B4-BE49-F238E27FC236}">
                <a16:creationId xmlns:a16="http://schemas.microsoft.com/office/drawing/2014/main" id="{F05342A3-2F31-08AF-5968-FA2ED33A2670}"/>
              </a:ext>
            </a:extLst>
          </p:cNvPr>
          <p:cNvSpPr/>
          <p:nvPr/>
        </p:nvSpPr>
        <p:spPr>
          <a:xfrm>
            <a:off x="16916400" y="40050720"/>
            <a:ext cx="14172840" cy="292572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numCol="1" spcCol="457200" anchor="t">
            <a:noAutofit/>
          </a:bodyPr>
          <a:lstStyle/>
          <a:p>
            <a:pPr marL="457200" indent="-457200" defTabSz="3686760">
              <a:lnSpc>
                <a:spcPct val="100000"/>
              </a:lnSpc>
              <a:buClr>
                <a:srgbClr val="000000"/>
              </a:buClr>
              <a:buFont typeface="OpenSymbol"/>
              <a:buAutoNum type="arabicPeriod"/>
            </a:pPr>
            <a:r>
              <a:rPr lang="en-US" sz="1800" b="0" u="none" strike="noStrike">
                <a:solidFill>
                  <a:schemeClr val="dk1"/>
                </a:solidFill>
                <a:effectLst/>
                <a:uFillTx/>
                <a:latin typeface="Calibri"/>
              </a:rPr>
              <a:t>Vilhuber, Lars, Hyuk Harry Son, Meredith Welch, David N. Wasser, and Michael Darisse. 2022. “Teaching for Large-Scale Reproducibility Verification.” Journal of Statistics and Data Science Education 30 (3): 274–81. https://doi.org/10.1080/26939169.2022.2074582.  </a:t>
            </a:r>
            <a:endParaRPr lang="en-US" sz="1800" b="0" u="none" strike="noStrike">
              <a:solidFill>
                <a:srgbClr val="000000"/>
              </a:solidFill>
              <a:effectLst/>
              <a:uFillTx/>
              <a:latin typeface="Arial"/>
            </a:endParaRPr>
          </a:p>
          <a:p>
            <a:pPr marL="457200" indent="-457200" defTabSz="3686760">
              <a:lnSpc>
                <a:spcPct val="100000"/>
              </a:lnSpc>
              <a:buClr>
                <a:srgbClr val="000000"/>
              </a:buClr>
              <a:buFont typeface="OpenSymbol"/>
              <a:buAutoNum type="arabicPeriod"/>
            </a:pPr>
            <a:r>
              <a:rPr lang="en-US" sz="1800" b="0" u="none" strike="noStrike">
                <a:solidFill>
                  <a:schemeClr val="dk1"/>
                </a:solidFill>
                <a:effectLst/>
                <a:uFillTx/>
                <a:latin typeface="Calibri"/>
              </a:rPr>
              <a:t>Ball, Richard. 2023. “‘Yes We Can!’: A Practical Approach to Teaching Reproducibility to Undergraduates.” Harvard Data Science Review 5 (3). https://doi.org/10.1162/99608f92.9e002f7b. </a:t>
            </a:r>
            <a:endParaRPr lang="en-US" sz="1800" b="0" u="none" strike="noStrike">
              <a:solidFill>
                <a:srgbClr val="000000"/>
              </a:solidFill>
              <a:effectLst/>
              <a:uFillTx/>
              <a:latin typeface="Arial"/>
            </a:endParaRPr>
          </a:p>
          <a:p>
            <a:pPr marL="457200" indent="-457200" defTabSz="3686760">
              <a:lnSpc>
                <a:spcPct val="100000"/>
              </a:lnSpc>
              <a:buClr>
                <a:srgbClr val="000000"/>
              </a:buClr>
              <a:buFont typeface="OpenSymbol"/>
              <a:buAutoNum type="arabicPeriod"/>
            </a:pPr>
            <a:r>
              <a:rPr lang="en-US" sz="1800" b="0" u="none" strike="noStrike">
                <a:solidFill>
                  <a:schemeClr val="dk1"/>
                </a:solidFill>
                <a:effectLst/>
                <a:uFillTx/>
                <a:latin typeface="Calibri"/>
              </a:rPr>
              <a:t>Vilhuber, Lars. 2025. “Impacts of the AEA Verification Process”. </a:t>
            </a:r>
            <a:r>
              <a:rPr lang="en-US" sz="1800" b="0" u="none" strike="noStrike">
                <a:solidFill>
                  <a:schemeClr val="dk1"/>
                </a:solidFill>
                <a:effectLst/>
                <a:uFillTx/>
                <a:latin typeface="Calibri"/>
                <a:hlinkClick r:id="rId4"/>
              </a:rPr>
              <a:t>https://aeadataeditor.github.io/aea-cumulative-summary/impacts_of_aea_data_editing.html</a:t>
            </a:r>
            <a:r>
              <a:rPr lang="en-US" sz="1800" b="0" u="none" strike="noStrike">
                <a:solidFill>
                  <a:schemeClr val="dk1"/>
                </a:solidFill>
                <a:effectLst/>
                <a:uFillTx/>
                <a:latin typeface="Calibri"/>
              </a:rPr>
              <a:t>, accessed on 7 Dec 2025. </a:t>
            </a:r>
            <a:endParaRPr lang="en-US" sz="1800" b="0" u="none" strike="noStrike">
              <a:solidFill>
                <a:srgbClr val="000000"/>
              </a:solidFill>
              <a:effectLst/>
              <a:uFillTx/>
              <a:latin typeface="Arial"/>
            </a:endParaRPr>
          </a:p>
          <a:p>
            <a:pPr marL="457200" indent="-457200" defTabSz="3686760">
              <a:lnSpc>
                <a:spcPct val="100000"/>
              </a:lnSpc>
              <a:buClr>
                <a:srgbClr val="000000"/>
              </a:buClr>
              <a:buFont typeface="OpenSymbol"/>
              <a:buAutoNum type="arabicPeriod"/>
            </a:pPr>
            <a:r>
              <a:rPr lang="en-US" sz="1800" b="0" u="none" strike="noStrike">
                <a:solidFill>
                  <a:schemeClr val="dk1"/>
                </a:solidFill>
                <a:effectLst/>
                <a:uFillTx/>
                <a:latin typeface="Calibri"/>
              </a:rPr>
              <a:t>Arguillas, Florio, Thu-Mai Christian, Mandy Gooch, Tom Honeyman, Limor Peer, and CURE-FAIR WG. 2022. 10 Things for Curating Reproducible and FAIR Research. June 27. https://doi.org/10.15497/RDA00074.</a:t>
            </a:r>
            <a:endParaRPr lang="en-US" sz="1800" b="0" u="none" strike="noStrike">
              <a:solidFill>
                <a:srgbClr val="000000"/>
              </a:solidFill>
              <a:effectLst/>
              <a:uFillTx/>
              <a:latin typeface="Arial"/>
            </a:endParaRPr>
          </a:p>
          <a:p>
            <a:pPr marL="457200" indent="-457200" defTabSz="3686760">
              <a:lnSpc>
                <a:spcPct val="100000"/>
              </a:lnSpc>
              <a:buClr>
                <a:srgbClr val="000000"/>
              </a:buClr>
              <a:buFont typeface="OpenSymbol"/>
              <a:buAutoNum type="arabicPeriod"/>
            </a:pPr>
            <a:r>
              <a:rPr lang="en-US" sz="1800" b="0" u="none" strike="noStrike">
                <a:solidFill>
                  <a:schemeClr val="dk1"/>
                </a:solidFill>
                <a:effectLst/>
                <a:uFillTx/>
                <a:latin typeface="Calibri"/>
              </a:rPr>
              <a:t>Jones, Maria. 2024. “Introducing Reproducible Research Standards at the World Bank.” Harvard Data Science Review 6 (4). https://doi.org/10.1162/99608f92.21328ce3.</a:t>
            </a:r>
            <a:endParaRPr lang="en-US" sz="1800" b="0" u="none" strike="noStrike">
              <a:solidFill>
                <a:srgbClr val="000000"/>
              </a:solidFill>
              <a:effectLst/>
              <a:uFillTx/>
              <a:latin typeface="Arial"/>
            </a:endParaRPr>
          </a:p>
          <a:p>
            <a:pPr marL="457200" indent="-457200" defTabSz="3686760">
              <a:lnSpc>
                <a:spcPct val="100000"/>
              </a:lnSpc>
              <a:buClr>
                <a:srgbClr val="000000"/>
              </a:buClr>
              <a:buFont typeface="OpenSymbol"/>
              <a:buAutoNum type="arabicPeriod"/>
            </a:pPr>
            <a:r>
              <a:rPr lang="en-US" sz="1800" b="0" u="none" strike="noStrike">
                <a:solidFill>
                  <a:schemeClr val="dk1"/>
                </a:solidFill>
                <a:effectLst/>
                <a:uFillTx/>
                <a:latin typeface="Calibri"/>
              </a:rPr>
              <a:t>Paloian, Sierra, Kirsten Doehler, and Alexandra Lahetta. 2022. “Implementing a Senior Statistics Practicum: Lessons and Feedback from Multiple Offerings.” Journal of Statistics and Data Science Education 30 (2): 114–26. doi:10.1080/26939169.2022.2044943.</a:t>
            </a:r>
            <a:endParaRPr lang="en-US" sz="1800" b="0" u="none" strike="noStrike">
              <a:solidFill>
                <a:srgbClr val="000000"/>
              </a:solidFill>
              <a:effectLst/>
              <a:uFillTx/>
              <a:latin typeface="Arial"/>
            </a:endParaRPr>
          </a:p>
        </p:txBody>
      </p:sp>
      <p:sp>
        <p:nvSpPr>
          <p:cNvPr id="65" name="TextBox 8">
            <a:extLst>
              <a:ext uri="{FF2B5EF4-FFF2-40B4-BE49-F238E27FC236}">
                <a16:creationId xmlns:a16="http://schemas.microsoft.com/office/drawing/2014/main" id="{28BD327A-B254-A430-B14D-7FB22CF2827B}"/>
              </a:ext>
            </a:extLst>
          </p:cNvPr>
          <p:cNvSpPr/>
          <p:nvPr/>
        </p:nvSpPr>
        <p:spPr>
          <a:xfrm>
            <a:off x="16916400" y="38862000"/>
            <a:ext cx="3649320" cy="10047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3686760">
              <a:lnSpc>
                <a:spcPct val="100000"/>
              </a:lnSpc>
            </a:pPr>
            <a:r>
              <a:rPr lang="en-US" sz="6000" b="1" u="none" strike="noStrike">
                <a:solidFill>
                  <a:schemeClr val="dk1"/>
                </a:solidFill>
                <a:effectLst/>
                <a:uFillTx/>
                <a:latin typeface="Calibri"/>
              </a:rPr>
              <a:t>References</a:t>
            </a:r>
            <a:endParaRPr lang="en-US" sz="6000" b="0" u="none" strike="noStrike">
              <a:solidFill>
                <a:srgbClr val="000000"/>
              </a:solidFill>
              <a:effectLst/>
              <a:uFillTx/>
              <a:latin typeface="Arial"/>
            </a:endParaRPr>
          </a:p>
        </p:txBody>
      </p:sp>
      <p:sp>
        <p:nvSpPr>
          <p:cNvPr id="66" name="Text Box 189">
            <a:extLst>
              <a:ext uri="{FF2B5EF4-FFF2-40B4-BE49-F238E27FC236}">
                <a16:creationId xmlns:a16="http://schemas.microsoft.com/office/drawing/2014/main" id="{E414C299-BA2F-0DFA-D363-D88888C88A84}"/>
              </a:ext>
            </a:extLst>
          </p:cNvPr>
          <p:cNvSpPr/>
          <p:nvPr/>
        </p:nvSpPr>
        <p:spPr>
          <a:xfrm>
            <a:off x="1828800" y="7086600"/>
            <a:ext cx="14172840" cy="5244120"/>
          </a:xfrm>
          <a:prstGeom prst="rect">
            <a:avLst/>
          </a:prstGeom>
          <a:solidFill>
            <a:schemeClr val="lt1"/>
          </a:solidFill>
          <a:ln w="12600">
            <a:solidFill>
              <a:schemeClr val="accent1">
                <a:lumMod val="75000"/>
              </a:schemeClr>
            </a:solidFill>
            <a:round/>
          </a:ln>
        </p:spPr>
        <p:style>
          <a:lnRef idx="0">
            <a:scrgbClr r="0" g="0" b="0"/>
          </a:lnRef>
          <a:fillRef idx="0">
            <a:scrgbClr r="0" g="0" b="0"/>
          </a:fillRef>
          <a:effectRef idx="0">
            <a:scrgbClr r="0" g="0" b="0"/>
          </a:effectRef>
          <a:fontRef idx="minor"/>
        </p:style>
        <p:txBody>
          <a:bodyPr lIns="182880" tIns="182880" rIns="182880" bIns="182880" anchor="t">
            <a:spAutoFit/>
          </a:bodyPr>
          <a:lstStyle/>
          <a:p>
            <a:pPr defTabSz="3686760">
              <a:lnSpc>
                <a:spcPct val="100000"/>
              </a:lnSpc>
            </a:pPr>
            <a:r>
              <a:rPr lang="en-US" sz="3200" b="0" u="none" strike="noStrike" dirty="0">
                <a:solidFill>
                  <a:schemeClr val="dk1"/>
                </a:solidFill>
                <a:effectLst/>
                <a:uFillTx/>
                <a:latin typeface="Calibri"/>
              </a:rPr>
              <a:t>For the past 8 years, the LDI Replication Lab has verified the </a:t>
            </a:r>
            <a:r>
              <a:rPr lang="en-US" sz="3200" b="1" u="none" strike="noStrike" dirty="0">
                <a:solidFill>
                  <a:schemeClr val="dk1"/>
                </a:solidFill>
                <a:effectLst/>
                <a:uFillTx/>
                <a:latin typeface="Calibri"/>
              </a:rPr>
              <a:t>computational reproducibility</a:t>
            </a:r>
            <a:r>
              <a:rPr lang="en-US" sz="3200" b="0" u="none" strike="noStrike" dirty="0">
                <a:solidFill>
                  <a:schemeClr val="dk1"/>
                </a:solidFill>
                <a:effectLst/>
                <a:uFillTx/>
                <a:latin typeface="Calibri"/>
              </a:rPr>
              <a:t> of papers appearing in AEA journals. Over </a:t>
            </a:r>
            <a:r>
              <a:rPr lang="en-US" sz="3200" b="1" u="none" strike="noStrike" dirty="0">
                <a:solidFill>
                  <a:schemeClr val="dk1"/>
                </a:solidFill>
                <a:effectLst/>
                <a:uFillTx/>
                <a:latin typeface="Calibri"/>
              </a:rPr>
              <a:t>200 undergraduate</a:t>
            </a:r>
            <a:r>
              <a:rPr lang="en-US" sz="3200" b="0" u="none" strike="noStrike" dirty="0">
                <a:solidFill>
                  <a:schemeClr val="dk1"/>
                </a:solidFill>
                <a:effectLst/>
                <a:uFillTx/>
                <a:latin typeface="Calibri"/>
              </a:rPr>
              <a:t> students have participated in this activity. They received intensive training at the start of their participation and gained experience throughout. This poster will identify how to scale this particular way of teaching reproducibility into a classroom-based, semester-long activity. We believe, based on feedback from "graduates" of the Lab, that the experience of hands-on engagement with data and code for conditionally accepted manuscripts is highly beneficial to the education and professional development of the students employed as Replication Interns (see also </a:t>
            </a:r>
            <a:r>
              <a:rPr lang="en-US" sz="3200" b="0" u="none" strike="noStrike" dirty="0" err="1">
                <a:solidFill>
                  <a:schemeClr val="dk1"/>
                </a:solidFill>
                <a:effectLst/>
                <a:uFillTx/>
                <a:latin typeface="Calibri"/>
              </a:rPr>
              <a:t>Vilhuber</a:t>
            </a:r>
            <a:r>
              <a:rPr lang="en-US" sz="3200" b="0" u="none" strike="noStrike" dirty="0">
                <a:solidFill>
                  <a:schemeClr val="dk1"/>
                </a:solidFill>
                <a:effectLst/>
                <a:uFillTx/>
                <a:latin typeface="Calibri"/>
              </a:rPr>
              <a:t> et al, 2022; Ball, 2023). </a:t>
            </a:r>
            <a:endParaRPr lang="en-US" sz="3200" b="0" u="none" strike="noStrike" dirty="0">
              <a:solidFill>
                <a:srgbClr val="000000"/>
              </a:solidFill>
              <a:effectLst/>
              <a:uFillTx/>
              <a:latin typeface="Arial"/>
            </a:endParaRPr>
          </a:p>
        </p:txBody>
      </p:sp>
      <p:sp>
        <p:nvSpPr>
          <p:cNvPr id="67" name="Rectangle 10">
            <a:extLst>
              <a:ext uri="{FF2B5EF4-FFF2-40B4-BE49-F238E27FC236}">
                <a16:creationId xmlns:a16="http://schemas.microsoft.com/office/drawing/2014/main" id="{524511BC-A321-878A-22AD-5B81175F6E19}"/>
              </a:ext>
            </a:extLst>
          </p:cNvPr>
          <p:cNvSpPr/>
          <p:nvPr/>
        </p:nvSpPr>
        <p:spPr>
          <a:xfrm>
            <a:off x="1828800" y="5954926"/>
            <a:ext cx="14172840" cy="1005120"/>
          </a:xfrm>
          <a:prstGeom prst="rect">
            <a:avLst/>
          </a:prstGeom>
          <a:solidFill>
            <a:schemeClr val="accent1">
              <a:lumMod val="75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3686760">
              <a:lnSpc>
                <a:spcPct val="100000"/>
              </a:lnSpc>
            </a:pPr>
            <a:r>
              <a:rPr lang="en-US" sz="6000" b="1" u="none" strike="noStrike">
                <a:solidFill>
                  <a:schemeClr val="accent3">
                    <a:lumMod val="20000"/>
                    <a:lumOff val="80000"/>
                  </a:schemeClr>
                </a:solidFill>
                <a:effectLst/>
                <a:uFillTx/>
                <a:latin typeface="Calibri"/>
              </a:rPr>
              <a:t>Abstract</a:t>
            </a:r>
            <a:endParaRPr lang="en-US" sz="6000" b="0" u="none" strike="noStrike">
              <a:solidFill>
                <a:srgbClr val="FFFFFF"/>
              </a:solidFill>
              <a:effectLst/>
              <a:uFillTx/>
              <a:latin typeface="Arial"/>
            </a:endParaRPr>
          </a:p>
        </p:txBody>
      </p:sp>
      <p:sp>
        <p:nvSpPr>
          <p:cNvPr id="68" name="Text Box 194">
            <a:extLst>
              <a:ext uri="{FF2B5EF4-FFF2-40B4-BE49-F238E27FC236}">
                <a16:creationId xmlns:a16="http://schemas.microsoft.com/office/drawing/2014/main" id="{534452C9-CA25-2AAE-0788-0FAC0E429FFD}"/>
              </a:ext>
            </a:extLst>
          </p:cNvPr>
          <p:cNvSpPr/>
          <p:nvPr/>
        </p:nvSpPr>
        <p:spPr>
          <a:xfrm>
            <a:off x="16916400" y="7086600"/>
            <a:ext cx="14172840" cy="5243400"/>
          </a:xfrm>
          <a:prstGeom prst="rect">
            <a:avLst/>
          </a:prstGeom>
          <a:solidFill>
            <a:schemeClr val="lt1"/>
          </a:solidFill>
          <a:ln w="12600">
            <a:solidFill>
              <a:schemeClr val="accent1">
                <a:lumMod val="75000"/>
              </a:schemeClr>
            </a:solidFill>
            <a:round/>
          </a:ln>
        </p:spPr>
        <p:style>
          <a:lnRef idx="0">
            <a:scrgbClr r="0" g="0" b="0"/>
          </a:lnRef>
          <a:fillRef idx="0">
            <a:scrgbClr r="0" g="0" b="0"/>
          </a:fillRef>
          <a:effectRef idx="0">
            <a:scrgbClr r="0" g="0" b="0"/>
          </a:effectRef>
          <a:fontRef idx="minor"/>
        </p:style>
        <p:txBody>
          <a:bodyPr lIns="182880" tIns="182880" rIns="182880" bIns="182880" anchor="t">
            <a:spAutoFit/>
          </a:bodyPr>
          <a:lstStyle/>
          <a:p>
            <a:pPr marL="216000" indent="-216000" defTabSz="3686760">
              <a:lnSpc>
                <a:spcPct val="100000"/>
              </a:lnSpc>
              <a:buClr>
                <a:srgbClr val="000000"/>
              </a:buClr>
              <a:buFont typeface="OpenSymbol"/>
              <a:buAutoNum type="arabicParenR"/>
            </a:pPr>
            <a:r>
              <a:rPr lang="en-US" sz="3200" b="0" u="none" strike="noStrike">
                <a:solidFill>
                  <a:schemeClr val="dk1"/>
                </a:solidFill>
                <a:effectLst/>
                <a:uFillTx/>
                <a:latin typeface="Calibri"/>
              </a:rPr>
              <a:t>Obtaining </a:t>
            </a:r>
            <a:r>
              <a:rPr lang="en-US" sz="3200" b="1" u="none" strike="noStrike">
                <a:solidFill>
                  <a:schemeClr val="dk1"/>
                </a:solidFill>
                <a:effectLst/>
                <a:uFillTx/>
                <a:latin typeface="Calibri"/>
              </a:rPr>
              <a:t>timely but realistic manuscripts</a:t>
            </a:r>
            <a:r>
              <a:rPr lang="en-US" sz="3200" b="0" u="none" strike="noStrike">
                <a:solidFill>
                  <a:schemeClr val="dk1"/>
                </a:solidFill>
                <a:effectLst/>
                <a:uFillTx/>
                <a:latin typeface="Calibri"/>
              </a:rPr>
              <a:t> and replication materials. Initial training can happen on recently published articles. Manuscripts from journals without data editors might provide a realistic juxtaposition. For data acumen and assessment, published articles are sufficient, and anecdotally, may be easier to use from journals </a:t>
            </a:r>
            <a:r>
              <a:rPr lang="en-US" sz="3200" b="1" u="none" strike="noStrike">
                <a:solidFill>
                  <a:schemeClr val="dk1"/>
                </a:solidFill>
                <a:effectLst/>
                <a:uFillTx/>
                <a:latin typeface="Calibri"/>
              </a:rPr>
              <a:t>with</a:t>
            </a:r>
            <a:r>
              <a:rPr lang="en-US" sz="3200" b="0" u="none" strike="noStrike">
                <a:solidFill>
                  <a:schemeClr val="dk1"/>
                </a:solidFill>
                <a:effectLst/>
                <a:uFillTx/>
                <a:latin typeface="Calibri"/>
              </a:rPr>
              <a:t> data editors. </a:t>
            </a:r>
            <a:endParaRPr lang="en-US" sz="3200" b="0" u="none" strike="noStrike">
              <a:solidFill>
                <a:srgbClr val="000000"/>
              </a:solidFill>
              <a:effectLst/>
              <a:uFillTx/>
              <a:latin typeface="Arial"/>
            </a:endParaRPr>
          </a:p>
          <a:p>
            <a:pPr marL="216000" indent="-216000" defTabSz="3686760">
              <a:lnSpc>
                <a:spcPct val="100000"/>
              </a:lnSpc>
              <a:buClr>
                <a:srgbClr val="000000"/>
              </a:buClr>
              <a:buFont typeface="OpenSymbol"/>
              <a:buAutoNum type="arabicParenR"/>
            </a:pPr>
            <a:r>
              <a:rPr lang="en-US" sz="3200" b="0" u="none" strike="noStrike">
                <a:solidFill>
                  <a:schemeClr val="dk1"/>
                </a:solidFill>
                <a:effectLst/>
                <a:uFillTx/>
                <a:latin typeface="Calibri"/>
              </a:rPr>
              <a:t>Using a </a:t>
            </a:r>
            <a:r>
              <a:rPr lang="en-US" sz="3200" b="1" u="none" strike="noStrike">
                <a:solidFill>
                  <a:schemeClr val="dk1"/>
                </a:solidFill>
                <a:effectLst/>
                <a:uFillTx/>
                <a:latin typeface="Calibri"/>
              </a:rPr>
              <a:t>sufficiently large cross-section of articles</a:t>
            </a:r>
            <a:r>
              <a:rPr lang="en-US" sz="3200" b="0" u="none" strike="noStrike">
                <a:solidFill>
                  <a:schemeClr val="dk1"/>
                </a:solidFill>
                <a:effectLst/>
                <a:uFillTx/>
                <a:latin typeface="Calibri"/>
              </a:rPr>
              <a:t> in a classroom setting. In our experience, students acquire many of the needed skills within about 5 articles. Sampling might not yield the necessary diversity in difficulty; curation of selected articles is time-consuming. It may be possible to use input from various data editors. </a:t>
            </a:r>
            <a:endParaRPr lang="en-US" sz="3200" b="0" u="none" strike="noStrike">
              <a:solidFill>
                <a:srgbClr val="000000"/>
              </a:solidFill>
              <a:effectLst/>
              <a:uFillTx/>
              <a:latin typeface="Arial"/>
            </a:endParaRPr>
          </a:p>
        </p:txBody>
      </p:sp>
      <p:sp>
        <p:nvSpPr>
          <p:cNvPr id="69" name="Rectangle 12">
            <a:extLst>
              <a:ext uri="{FF2B5EF4-FFF2-40B4-BE49-F238E27FC236}">
                <a16:creationId xmlns:a16="http://schemas.microsoft.com/office/drawing/2014/main" id="{055ADDAC-EEEC-9A18-5667-952D8B29FE6C}"/>
              </a:ext>
            </a:extLst>
          </p:cNvPr>
          <p:cNvSpPr/>
          <p:nvPr/>
        </p:nvSpPr>
        <p:spPr>
          <a:xfrm>
            <a:off x="1829160" y="12449520"/>
            <a:ext cx="14172840" cy="1005120"/>
          </a:xfrm>
          <a:prstGeom prst="rect">
            <a:avLst/>
          </a:prstGeom>
          <a:solidFill>
            <a:schemeClr val="accent1">
              <a:lumMod val="75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3686760">
              <a:lnSpc>
                <a:spcPct val="100000"/>
              </a:lnSpc>
            </a:pPr>
            <a:r>
              <a:rPr lang="en-US" sz="6000" b="1" u="none" strike="noStrike">
                <a:solidFill>
                  <a:schemeClr val="accent3">
                    <a:lumMod val="20000"/>
                    <a:lumOff val="80000"/>
                  </a:schemeClr>
                </a:solidFill>
                <a:effectLst/>
                <a:uFillTx/>
                <a:latin typeface="Calibri"/>
              </a:rPr>
              <a:t>Introduction</a:t>
            </a:r>
            <a:endParaRPr lang="en-US" sz="6000" b="0" u="none" strike="noStrike">
              <a:solidFill>
                <a:srgbClr val="FFFFFF"/>
              </a:solidFill>
              <a:effectLst/>
              <a:uFillTx/>
              <a:latin typeface="Arial"/>
            </a:endParaRPr>
          </a:p>
        </p:txBody>
      </p:sp>
      <p:sp>
        <p:nvSpPr>
          <p:cNvPr id="70" name="Text Box 192">
            <a:extLst>
              <a:ext uri="{FF2B5EF4-FFF2-40B4-BE49-F238E27FC236}">
                <a16:creationId xmlns:a16="http://schemas.microsoft.com/office/drawing/2014/main" id="{13BC09B4-4172-4311-A99C-A189093C5661}"/>
              </a:ext>
            </a:extLst>
          </p:cNvPr>
          <p:cNvSpPr/>
          <p:nvPr/>
        </p:nvSpPr>
        <p:spPr>
          <a:xfrm>
            <a:off x="1828800" y="27361915"/>
            <a:ext cx="14172840" cy="13665279"/>
          </a:xfrm>
          <a:prstGeom prst="rect">
            <a:avLst/>
          </a:prstGeom>
          <a:solidFill>
            <a:schemeClr val="lt1"/>
          </a:solidFill>
          <a:ln w="12600">
            <a:solidFill>
              <a:schemeClr val="accent1">
                <a:lumMod val="75000"/>
              </a:schemeClr>
            </a:solidFill>
            <a:round/>
          </a:ln>
        </p:spPr>
        <p:style>
          <a:lnRef idx="0">
            <a:scrgbClr r="0" g="0" b="0"/>
          </a:lnRef>
          <a:fillRef idx="0">
            <a:scrgbClr r="0" g="0" b="0"/>
          </a:fillRef>
          <a:effectRef idx="0">
            <a:scrgbClr r="0" g="0" b="0"/>
          </a:effectRef>
          <a:fontRef idx="minor"/>
        </p:style>
        <p:txBody>
          <a:bodyPr wrap="square" lIns="182880" tIns="182880" rIns="182880" bIns="182880" anchor="t">
            <a:spAutoFit/>
          </a:bodyPr>
          <a:lstStyle/>
          <a:p>
            <a:pPr defTabSz="3686760"/>
            <a:r>
              <a:rPr lang="en-US" sz="3200" b="0" u="none" strike="noStrike" dirty="0">
                <a:solidFill>
                  <a:schemeClr val="dk1"/>
                </a:solidFill>
                <a:effectLst/>
                <a:uFillTx/>
                <a:latin typeface="Calibri"/>
              </a:rPr>
              <a:t>Our extended curriculum introduces students to core components of reproducible research, including command-line skills, integrating text and code, high-performance computing, data ethics, and working with confidential data. Additional modules cover archiving, grant writing, and preparing referee-style evaluations. The classroom version of the program focuses on the following practical skills:</a:t>
            </a:r>
            <a:endParaRPr lang="en-US" sz="3200" dirty="0">
              <a:solidFill>
                <a:schemeClr val="dk1"/>
              </a:solidFill>
              <a:latin typeface="Calibri"/>
            </a:endParaRPr>
          </a:p>
          <a:p>
            <a:pPr marL="914400" indent="-896040" defTabSz="3686760">
              <a:lnSpc>
                <a:spcPct val="100000"/>
              </a:lnSpc>
              <a:tabLst>
                <a:tab pos="408240" algn="l"/>
              </a:tabLst>
            </a:pPr>
            <a:r>
              <a:rPr lang="en-US" sz="3200" b="1" u="sng" strike="noStrike" dirty="0">
                <a:solidFill>
                  <a:schemeClr val="dk1"/>
                </a:solidFill>
                <a:effectLst/>
                <a:uFillTx/>
                <a:latin typeface="Calibri"/>
              </a:rPr>
              <a:t>Data acumen</a:t>
            </a:r>
            <a:r>
              <a:rPr lang="en-US" sz="3200" b="0" u="none" strike="noStrike" dirty="0">
                <a:solidFill>
                  <a:schemeClr val="dk1"/>
                </a:solidFill>
                <a:effectLst/>
                <a:uFillTx/>
                <a:latin typeface="Calibri"/>
              </a:rPr>
              <a:t>: Students analyze </a:t>
            </a:r>
            <a:r>
              <a:rPr lang="en-US" sz="3200" b="0" u="none" strike="noStrike" dirty="0">
                <a:solidFill>
                  <a:schemeClr val="dk1"/>
                </a:solidFill>
                <a:effectLst/>
                <a:highlight>
                  <a:srgbClr val="DEE6EF"/>
                </a:highlight>
                <a:uFillTx/>
                <a:latin typeface="Calibri"/>
              </a:rPr>
              <a:t>data provenance</a:t>
            </a:r>
            <a:r>
              <a:rPr lang="en-US" sz="3200" b="0" u="none" strike="noStrike" dirty="0">
                <a:solidFill>
                  <a:schemeClr val="dk1"/>
                </a:solidFill>
                <a:effectLst/>
                <a:uFillTx/>
                <a:latin typeface="Calibri"/>
              </a:rPr>
              <a:t> as described by authors, must assess the feasibility of accessing all data; may be asked to obtain data from a variety of databases/ request protocols; learn to work with data that has </a:t>
            </a:r>
            <a:r>
              <a:rPr lang="en-US" sz="3200" b="0" u="none" strike="noStrike" dirty="0">
                <a:solidFill>
                  <a:schemeClr val="dk1"/>
                </a:solidFill>
                <a:effectLst/>
                <a:highlight>
                  <a:srgbClr val="DEE6EF"/>
                </a:highlight>
                <a:uFillTx/>
                <a:latin typeface="Calibri"/>
              </a:rPr>
              <a:t>distribution restrictions</a:t>
            </a:r>
            <a:r>
              <a:rPr lang="en-US" sz="3200" b="0" u="none" strike="noStrike" dirty="0">
                <a:solidFill>
                  <a:schemeClr val="dk1"/>
                </a:solidFill>
                <a:effectLst/>
                <a:uFillTx/>
                <a:latin typeface="Calibri"/>
              </a:rPr>
              <a:t> (see Figure 1). </a:t>
            </a:r>
            <a:endParaRPr lang="en-US" sz="3200" b="0" u="none" strike="noStrike" dirty="0">
              <a:solidFill>
                <a:srgbClr val="000000"/>
              </a:solidFill>
              <a:effectLst/>
              <a:uFillTx/>
              <a:latin typeface="Arial"/>
            </a:endParaRPr>
          </a:p>
          <a:p>
            <a:pPr marL="914400" indent="-896040" defTabSz="3686760">
              <a:lnSpc>
                <a:spcPct val="100000"/>
              </a:lnSpc>
              <a:tabLst>
                <a:tab pos="408240" algn="l"/>
              </a:tabLst>
            </a:pPr>
            <a:r>
              <a:rPr lang="en-US" sz="3200" b="1" u="sng" strike="noStrike" dirty="0">
                <a:solidFill>
                  <a:schemeClr val="dk1"/>
                </a:solidFill>
                <a:effectLst/>
                <a:uFillTx/>
                <a:latin typeface="Calibri"/>
              </a:rPr>
              <a:t>Technical evaluation</a:t>
            </a:r>
            <a:r>
              <a:rPr lang="en-US" sz="3200" b="0" u="none" strike="noStrike" dirty="0">
                <a:solidFill>
                  <a:schemeClr val="dk1"/>
                </a:solidFill>
                <a:effectLst/>
                <a:uFillTx/>
                <a:latin typeface="Calibri"/>
              </a:rPr>
              <a:t>: Students must verify their </a:t>
            </a:r>
            <a:r>
              <a:rPr lang="en-US" sz="3200" b="0" u="none" strike="noStrike" dirty="0">
                <a:solidFill>
                  <a:schemeClr val="dk1"/>
                </a:solidFill>
                <a:effectLst/>
                <a:highlight>
                  <a:srgbClr val="DEE6EF"/>
                </a:highlight>
                <a:uFillTx/>
                <a:latin typeface="Calibri"/>
              </a:rPr>
              <a:t>ability</a:t>
            </a:r>
            <a:r>
              <a:rPr lang="en-US" sz="3200" b="0" u="none" strike="noStrike" dirty="0">
                <a:solidFill>
                  <a:schemeClr val="dk1"/>
                </a:solidFill>
                <a:effectLst/>
                <a:uFillTx/>
                <a:latin typeface="Calibri"/>
              </a:rPr>
              <a:t>, within the range of the technical means at their disposal, </a:t>
            </a:r>
            <a:r>
              <a:rPr lang="en-US" sz="3200" b="0" u="none" strike="noStrike" dirty="0">
                <a:solidFill>
                  <a:schemeClr val="dk1"/>
                </a:solidFill>
                <a:effectLst/>
                <a:highlight>
                  <a:srgbClr val="DEE6EF"/>
                </a:highlight>
                <a:uFillTx/>
                <a:latin typeface="Calibri"/>
              </a:rPr>
              <a:t>to computationally reproduce</a:t>
            </a:r>
            <a:r>
              <a:rPr lang="en-US" sz="3200" b="0" u="none" strike="noStrike" dirty="0">
                <a:solidFill>
                  <a:schemeClr val="dk1"/>
                </a:solidFill>
                <a:effectLst/>
                <a:uFillTx/>
                <a:latin typeface="Calibri"/>
              </a:rPr>
              <a:t> results. They must also recognize when they are not the most qualified person to do the task.</a:t>
            </a:r>
            <a:endParaRPr lang="en-US" sz="3200" b="0" u="none" strike="noStrike" dirty="0">
              <a:solidFill>
                <a:srgbClr val="000000"/>
              </a:solidFill>
              <a:effectLst/>
              <a:uFillTx/>
              <a:latin typeface="Arial"/>
            </a:endParaRPr>
          </a:p>
          <a:p>
            <a:pPr marL="914400" indent="-896040" defTabSz="3686760">
              <a:lnSpc>
                <a:spcPct val="100000"/>
              </a:lnSpc>
              <a:tabLst>
                <a:tab pos="408240" algn="l"/>
              </a:tabLst>
            </a:pPr>
            <a:r>
              <a:rPr lang="en-US" sz="3200" b="1" u="sng" strike="noStrike" dirty="0">
                <a:solidFill>
                  <a:schemeClr val="dk1"/>
                </a:solidFill>
                <a:effectLst/>
                <a:uFillTx/>
                <a:latin typeface="Calibri"/>
              </a:rPr>
              <a:t>Skeptically follow instructions</a:t>
            </a:r>
            <a:r>
              <a:rPr lang="en-US" sz="3200" b="0" u="none" strike="noStrike" dirty="0">
                <a:solidFill>
                  <a:schemeClr val="dk1"/>
                </a:solidFill>
                <a:effectLst/>
                <a:uFillTx/>
                <a:latin typeface="Calibri"/>
              </a:rPr>
              <a:t>: Students </a:t>
            </a:r>
            <a:r>
              <a:rPr lang="en-US" sz="3200" b="0" u="none" strike="noStrike" dirty="0">
                <a:solidFill>
                  <a:schemeClr val="dk1"/>
                </a:solidFill>
                <a:effectLst/>
                <a:highlight>
                  <a:srgbClr val="DEE6EF"/>
                </a:highlight>
                <a:uFillTx/>
                <a:latin typeface="Calibri"/>
              </a:rPr>
              <a:t>attempt reproduction</a:t>
            </a:r>
            <a:r>
              <a:rPr lang="en-US" sz="3200" b="0" u="none" strike="noStrike" dirty="0">
                <a:solidFill>
                  <a:schemeClr val="dk1"/>
                </a:solidFill>
                <a:effectLst/>
                <a:uFillTx/>
                <a:latin typeface="Calibri"/>
              </a:rPr>
              <a:t> as per instructions (README) but must also understand when not to follow instructions (b/c incorrect/inefficient).</a:t>
            </a:r>
            <a:endParaRPr lang="en-US" sz="3200" b="0" u="none" strike="noStrike" dirty="0">
              <a:solidFill>
                <a:srgbClr val="000000"/>
              </a:solidFill>
              <a:effectLst/>
              <a:uFillTx/>
              <a:latin typeface="Arial"/>
            </a:endParaRPr>
          </a:p>
          <a:p>
            <a:pPr marL="914400" indent="-896040" defTabSz="3686760">
              <a:lnSpc>
                <a:spcPct val="100000"/>
              </a:lnSpc>
              <a:tabLst>
                <a:tab pos="408240" algn="l"/>
              </a:tabLst>
            </a:pPr>
            <a:r>
              <a:rPr lang="en-US" sz="3200" b="1" u="sng" strike="noStrike" dirty="0">
                <a:solidFill>
                  <a:schemeClr val="dk1"/>
                </a:solidFill>
                <a:effectLst/>
                <a:uFillTx/>
                <a:latin typeface="Calibri"/>
              </a:rPr>
              <a:t>Run and debug code in multiple software environments</a:t>
            </a:r>
            <a:r>
              <a:rPr lang="en-US" sz="3200" b="0" u="none" strike="noStrike" dirty="0">
                <a:solidFill>
                  <a:schemeClr val="dk1"/>
                </a:solidFill>
                <a:effectLst/>
                <a:uFillTx/>
                <a:latin typeface="Calibri"/>
              </a:rPr>
              <a:t>: Students are selected based on prior exposure to at least 1 software environment, but </a:t>
            </a:r>
            <a:r>
              <a:rPr lang="en-US" sz="3200" b="0" u="none" strike="noStrike" dirty="0">
                <a:solidFill>
                  <a:schemeClr val="dk1"/>
                </a:solidFill>
                <a:effectLst/>
                <a:highlight>
                  <a:srgbClr val="DEE6EF"/>
                </a:highlight>
                <a:uFillTx/>
                <a:latin typeface="Calibri"/>
              </a:rPr>
              <a:t>must run and debug code</a:t>
            </a:r>
            <a:r>
              <a:rPr lang="en-US" sz="3200" b="0" u="none" strike="noStrike" dirty="0">
                <a:solidFill>
                  <a:schemeClr val="dk1"/>
                </a:solidFill>
                <a:effectLst/>
                <a:uFillTx/>
                <a:latin typeface="Calibri"/>
              </a:rPr>
              <a:t> in others as well. Learn about commonality in software design approaches; </a:t>
            </a:r>
            <a:r>
              <a:rPr lang="en-US" sz="3200" b="0" u="none" strike="noStrike" dirty="0">
                <a:solidFill>
                  <a:schemeClr val="dk1"/>
                </a:solidFill>
                <a:effectLst/>
                <a:highlight>
                  <a:srgbClr val="DEE6EF"/>
                </a:highlight>
                <a:uFillTx/>
                <a:latin typeface="Calibri"/>
              </a:rPr>
              <a:t>critically evaluate sources</a:t>
            </a:r>
            <a:r>
              <a:rPr lang="en-US" sz="3200" b="0" u="none" strike="noStrike" dirty="0">
                <a:solidFill>
                  <a:schemeClr val="dk1"/>
                </a:solidFill>
                <a:effectLst/>
                <a:uFillTx/>
                <a:latin typeface="Calibri"/>
              </a:rPr>
              <a:t> of debugging information (help files, internet, colleagues). Working with unfamiliar (HPC, Windows!) environments</a:t>
            </a:r>
            <a:endParaRPr lang="en-US" sz="3200" b="0" u="none" strike="noStrike" dirty="0">
              <a:solidFill>
                <a:srgbClr val="000000"/>
              </a:solidFill>
              <a:effectLst/>
              <a:uFillTx/>
              <a:latin typeface="Arial"/>
            </a:endParaRPr>
          </a:p>
          <a:p>
            <a:pPr marL="914400" indent="-896040" defTabSz="3686760">
              <a:lnSpc>
                <a:spcPct val="100000"/>
              </a:lnSpc>
              <a:tabLst>
                <a:tab pos="408240" algn="l"/>
              </a:tabLst>
            </a:pPr>
            <a:r>
              <a:rPr lang="en-US" sz="3200" b="1" u="sng" strike="noStrike" dirty="0">
                <a:solidFill>
                  <a:schemeClr val="dk1"/>
                </a:solidFill>
                <a:effectLst/>
                <a:uFillTx/>
                <a:latin typeface="Calibri"/>
              </a:rPr>
              <a:t>Objective and empathetic technical writing</a:t>
            </a:r>
            <a:r>
              <a:rPr lang="en-US" sz="3200" b="0" u="none" strike="noStrike" dirty="0">
                <a:solidFill>
                  <a:schemeClr val="dk1"/>
                </a:solidFill>
                <a:effectLst/>
                <a:uFillTx/>
                <a:latin typeface="Calibri"/>
              </a:rPr>
              <a:t>: Students must </a:t>
            </a:r>
            <a:r>
              <a:rPr lang="en-US" sz="3200" b="0" u="none" strike="noStrike" dirty="0">
                <a:solidFill>
                  <a:schemeClr val="dk1"/>
                </a:solidFill>
                <a:effectLst/>
                <a:highlight>
                  <a:srgbClr val="DEE6EF"/>
                </a:highlight>
                <a:uFillTx/>
                <a:latin typeface="Calibri"/>
              </a:rPr>
              <a:t>prepare report</a:t>
            </a:r>
            <a:r>
              <a:rPr lang="en-US" sz="3200" b="0" u="none" strike="noStrike" dirty="0">
                <a:solidFill>
                  <a:schemeClr val="dk1"/>
                </a:solidFill>
                <a:effectLst/>
                <a:uFillTx/>
                <a:latin typeface="Calibri"/>
              </a:rPr>
              <a:t>, communicating what went right and what went wrong; understanding that they are “</a:t>
            </a:r>
            <a:r>
              <a:rPr lang="en-US" sz="3200" b="0" u="none" strike="noStrike" dirty="0">
                <a:solidFill>
                  <a:schemeClr val="dk1"/>
                </a:solidFill>
                <a:effectLst/>
                <a:highlight>
                  <a:srgbClr val="DEE6EF"/>
                </a:highlight>
                <a:uFillTx/>
                <a:latin typeface="Calibri"/>
              </a:rPr>
              <a:t>communicating up</a:t>
            </a:r>
            <a:r>
              <a:rPr lang="en-US" sz="3200" b="0" u="none" strike="noStrike" dirty="0">
                <a:solidFill>
                  <a:schemeClr val="dk1"/>
                </a:solidFill>
                <a:effectLst/>
                <a:uFillTx/>
                <a:latin typeface="Calibri"/>
              </a:rPr>
              <a:t>” to a more senior individual; provide constructive criticism where appropriate. </a:t>
            </a:r>
            <a:endParaRPr lang="en-US" sz="3200" b="0" u="none" strike="noStrike" dirty="0">
              <a:solidFill>
                <a:srgbClr val="000000"/>
              </a:solidFill>
              <a:effectLst/>
              <a:uFillTx/>
              <a:latin typeface="Arial"/>
            </a:endParaRPr>
          </a:p>
        </p:txBody>
      </p:sp>
      <p:sp>
        <p:nvSpPr>
          <p:cNvPr id="71" name="Rectangle 14">
            <a:extLst>
              <a:ext uri="{FF2B5EF4-FFF2-40B4-BE49-F238E27FC236}">
                <a16:creationId xmlns:a16="http://schemas.microsoft.com/office/drawing/2014/main" id="{2204DABF-D7E5-4EA7-1C59-A689113EBFC4}"/>
              </a:ext>
            </a:extLst>
          </p:cNvPr>
          <p:cNvSpPr/>
          <p:nvPr/>
        </p:nvSpPr>
        <p:spPr>
          <a:xfrm>
            <a:off x="1828800" y="26395577"/>
            <a:ext cx="14172840" cy="1005120"/>
          </a:xfrm>
          <a:prstGeom prst="rect">
            <a:avLst/>
          </a:prstGeom>
          <a:solidFill>
            <a:schemeClr val="accent1">
              <a:lumMod val="75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3686760">
              <a:lnSpc>
                <a:spcPct val="100000"/>
              </a:lnSpc>
            </a:pPr>
            <a:r>
              <a:rPr lang="en-US" sz="6000" b="1" u="none" strike="noStrike" dirty="0">
                <a:solidFill>
                  <a:schemeClr val="accent3">
                    <a:lumMod val="20000"/>
                    <a:lumOff val="80000"/>
                  </a:schemeClr>
                </a:solidFill>
                <a:effectLst/>
                <a:uFillTx/>
                <a:latin typeface="Calibri"/>
              </a:rPr>
              <a:t>Learning Objectives and Tasks</a:t>
            </a:r>
            <a:endParaRPr lang="en-US" sz="6000" b="0" u="none" strike="noStrike" dirty="0">
              <a:solidFill>
                <a:srgbClr val="FFFFFF"/>
              </a:solidFill>
              <a:effectLst/>
              <a:uFillTx/>
              <a:latin typeface="Arial"/>
            </a:endParaRPr>
          </a:p>
        </p:txBody>
      </p:sp>
      <p:sp>
        <p:nvSpPr>
          <p:cNvPr id="72" name="Text Box 191">
            <a:extLst>
              <a:ext uri="{FF2B5EF4-FFF2-40B4-BE49-F238E27FC236}">
                <a16:creationId xmlns:a16="http://schemas.microsoft.com/office/drawing/2014/main" id="{98DB4CF3-3D5E-CB35-04CF-4B3045B87B39}"/>
              </a:ext>
            </a:extLst>
          </p:cNvPr>
          <p:cNvSpPr/>
          <p:nvPr/>
        </p:nvSpPr>
        <p:spPr>
          <a:xfrm>
            <a:off x="16916400" y="23058360"/>
            <a:ext cx="14172840" cy="3780000"/>
          </a:xfrm>
          <a:prstGeom prst="rect">
            <a:avLst/>
          </a:prstGeom>
          <a:solidFill>
            <a:schemeClr val="lt1"/>
          </a:solidFill>
          <a:ln w="12600">
            <a:solidFill>
              <a:schemeClr val="accent1">
                <a:lumMod val="75000"/>
              </a:schemeClr>
            </a:solidFill>
            <a:round/>
          </a:ln>
        </p:spPr>
        <p:style>
          <a:lnRef idx="0">
            <a:scrgbClr r="0" g="0" b="0"/>
          </a:lnRef>
          <a:fillRef idx="0">
            <a:scrgbClr r="0" g="0" b="0"/>
          </a:fillRef>
          <a:effectRef idx="0">
            <a:scrgbClr r="0" g="0" b="0"/>
          </a:effectRef>
          <a:fontRef idx="minor"/>
        </p:style>
        <p:txBody>
          <a:bodyPr lIns="182880" tIns="182880" rIns="182880" bIns="182880" anchor="t">
            <a:spAutoFit/>
          </a:bodyPr>
          <a:lstStyle/>
          <a:p>
            <a:pPr defTabSz="3686760">
              <a:lnSpc>
                <a:spcPct val="100000"/>
              </a:lnSpc>
            </a:pPr>
            <a:r>
              <a:rPr lang="en-US" sz="3200" b="0" u="none" strike="noStrike">
                <a:solidFill>
                  <a:schemeClr val="dk1"/>
                </a:solidFill>
                <a:effectLst/>
                <a:uFillTx/>
                <a:latin typeface="Calibri"/>
              </a:rPr>
              <a:t>We think it is possible to organize a </a:t>
            </a:r>
            <a:r>
              <a:rPr lang="en-US" sz="3200" b="1" u="none" strike="noStrike">
                <a:solidFill>
                  <a:schemeClr val="dk1"/>
                </a:solidFill>
                <a:effectLst/>
                <a:uFillTx/>
                <a:latin typeface="Calibri"/>
              </a:rPr>
              <a:t>"pool" of articles</a:t>
            </a:r>
            <a:r>
              <a:rPr lang="en-US" sz="3200" b="0" u="none" strike="noStrike">
                <a:solidFill>
                  <a:schemeClr val="dk1"/>
                </a:solidFill>
                <a:effectLst/>
                <a:uFillTx/>
                <a:latin typeface="Calibri"/>
              </a:rPr>
              <a:t> to which authors, wishing to submit to journals, can submit their code. Classes would draw from this pool, and prepare a realistic response within 2-3 months. A pool of "editors", which need not be the instructor themselves, can handle reviewing the real reports that get sent back to real authors. This is similar to internal efforts at various institutions (Arguillas et al, 2022; Jones, 2024), and similar to various CS and DS classes that work with real external clients (f.i., Paloian, 2022). </a:t>
            </a:r>
            <a:endParaRPr lang="en-US" sz="3200" b="0" u="none" strike="noStrike">
              <a:solidFill>
                <a:srgbClr val="000000"/>
              </a:solidFill>
              <a:effectLst/>
              <a:uFillTx/>
              <a:latin typeface="Arial"/>
            </a:endParaRPr>
          </a:p>
        </p:txBody>
      </p:sp>
      <p:sp>
        <p:nvSpPr>
          <p:cNvPr id="73" name="Rectangle 16">
            <a:extLst>
              <a:ext uri="{FF2B5EF4-FFF2-40B4-BE49-F238E27FC236}">
                <a16:creationId xmlns:a16="http://schemas.microsoft.com/office/drawing/2014/main" id="{BE3E2ED5-B3A3-82B7-94F2-7F343FB577B1}"/>
              </a:ext>
            </a:extLst>
          </p:cNvPr>
          <p:cNvSpPr/>
          <p:nvPr/>
        </p:nvSpPr>
        <p:spPr>
          <a:xfrm>
            <a:off x="16916400" y="22143960"/>
            <a:ext cx="14172840" cy="914040"/>
          </a:xfrm>
          <a:prstGeom prst="rect">
            <a:avLst/>
          </a:prstGeom>
          <a:solidFill>
            <a:schemeClr val="accent1">
              <a:lumMod val="75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3686760">
              <a:lnSpc>
                <a:spcPct val="100000"/>
              </a:lnSpc>
            </a:pPr>
            <a:r>
              <a:rPr lang="en-US" sz="6000" b="1" u="none" strike="noStrike">
                <a:solidFill>
                  <a:schemeClr val="accent3">
                    <a:lumMod val="20000"/>
                    <a:lumOff val="80000"/>
                  </a:schemeClr>
                </a:solidFill>
                <a:effectLst/>
                <a:uFillTx/>
                <a:latin typeface="Calibri"/>
              </a:rPr>
              <a:t>Discussion</a:t>
            </a:r>
            <a:endParaRPr lang="en-US" sz="6000" b="0" u="none" strike="noStrike">
              <a:solidFill>
                <a:srgbClr val="FFFFFF"/>
              </a:solidFill>
              <a:effectLst/>
              <a:uFillTx/>
              <a:latin typeface="Arial"/>
            </a:endParaRPr>
          </a:p>
        </p:txBody>
      </p:sp>
      <p:sp>
        <p:nvSpPr>
          <p:cNvPr id="74" name="Text Box 193">
            <a:extLst>
              <a:ext uri="{FF2B5EF4-FFF2-40B4-BE49-F238E27FC236}">
                <a16:creationId xmlns:a16="http://schemas.microsoft.com/office/drawing/2014/main" id="{0053D31C-57F4-B14A-13E8-3860F6DC5374}"/>
              </a:ext>
            </a:extLst>
          </p:cNvPr>
          <p:cNvSpPr/>
          <p:nvPr/>
        </p:nvSpPr>
        <p:spPr>
          <a:xfrm>
            <a:off x="16916400" y="34501320"/>
            <a:ext cx="14172840" cy="1829520"/>
          </a:xfrm>
          <a:prstGeom prst="rect">
            <a:avLst/>
          </a:prstGeom>
          <a:solidFill>
            <a:schemeClr val="lt1"/>
          </a:solidFill>
          <a:ln w="12600">
            <a:solidFill>
              <a:schemeClr val="accent1">
                <a:lumMod val="75000"/>
              </a:schemeClr>
            </a:solidFill>
            <a:round/>
          </a:ln>
        </p:spPr>
        <p:style>
          <a:lnRef idx="0">
            <a:scrgbClr r="0" g="0" b="0"/>
          </a:lnRef>
          <a:fillRef idx="0">
            <a:scrgbClr r="0" g="0" b="0"/>
          </a:fillRef>
          <a:effectRef idx="0">
            <a:scrgbClr r="0" g="0" b="0"/>
          </a:effectRef>
          <a:fontRef idx="minor"/>
        </p:style>
        <p:txBody>
          <a:bodyPr lIns="182880" tIns="182880" rIns="182880" bIns="182880" anchor="t">
            <a:spAutoFit/>
          </a:bodyPr>
          <a:lstStyle/>
          <a:p>
            <a:pPr defTabSz="3686760">
              <a:lnSpc>
                <a:spcPct val="100000"/>
              </a:lnSpc>
            </a:pPr>
            <a:r>
              <a:rPr lang="en-US" sz="3200" b="0" u="none" strike="noStrike">
                <a:solidFill>
                  <a:schemeClr val="dk1"/>
                </a:solidFill>
                <a:effectLst/>
                <a:uFillTx/>
                <a:latin typeface="Calibri"/>
              </a:rPr>
              <a:t>We believe that such a classroom activity can be implemented in many colleges and universities at the undergraduate level, and hope to discuss with attendees of the poster session.</a:t>
            </a:r>
            <a:endParaRPr lang="en-US" sz="3200" b="0" u="none" strike="noStrike">
              <a:solidFill>
                <a:srgbClr val="000000"/>
              </a:solidFill>
              <a:effectLst/>
              <a:uFillTx/>
              <a:latin typeface="Arial"/>
            </a:endParaRPr>
          </a:p>
        </p:txBody>
      </p:sp>
      <p:sp>
        <p:nvSpPr>
          <p:cNvPr id="75" name="Rectangle 18">
            <a:extLst>
              <a:ext uri="{FF2B5EF4-FFF2-40B4-BE49-F238E27FC236}">
                <a16:creationId xmlns:a16="http://schemas.microsoft.com/office/drawing/2014/main" id="{21C4216E-DEFA-2042-81EA-13BDB66F847E}"/>
              </a:ext>
            </a:extLst>
          </p:cNvPr>
          <p:cNvSpPr/>
          <p:nvPr/>
        </p:nvSpPr>
        <p:spPr>
          <a:xfrm>
            <a:off x="16916400" y="33585840"/>
            <a:ext cx="14172840" cy="914040"/>
          </a:xfrm>
          <a:prstGeom prst="rect">
            <a:avLst/>
          </a:prstGeom>
          <a:solidFill>
            <a:schemeClr val="accent1">
              <a:lumMod val="75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3686760">
              <a:lnSpc>
                <a:spcPct val="100000"/>
              </a:lnSpc>
            </a:pPr>
            <a:r>
              <a:rPr lang="en-US" sz="6000" b="1" u="none" strike="noStrike">
                <a:solidFill>
                  <a:schemeClr val="accent3">
                    <a:lumMod val="20000"/>
                    <a:lumOff val="80000"/>
                  </a:schemeClr>
                </a:solidFill>
                <a:effectLst/>
                <a:uFillTx/>
                <a:latin typeface="Calibri"/>
              </a:rPr>
              <a:t>Conclusions</a:t>
            </a:r>
            <a:endParaRPr lang="en-US" sz="6000" b="0" u="none" strike="noStrike">
              <a:solidFill>
                <a:srgbClr val="FFFFFF"/>
              </a:solidFill>
              <a:effectLst/>
              <a:uFillTx/>
              <a:latin typeface="Arial"/>
            </a:endParaRPr>
          </a:p>
        </p:txBody>
      </p:sp>
      <p:sp>
        <p:nvSpPr>
          <p:cNvPr id="76" name="Rectangle 21">
            <a:extLst>
              <a:ext uri="{FF2B5EF4-FFF2-40B4-BE49-F238E27FC236}">
                <a16:creationId xmlns:a16="http://schemas.microsoft.com/office/drawing/2014/main" id="{608A9012-24E1-5D33-2A95-CF265155E6E3}"/>
              </a:ext>
            </a:extLst>
          </p:cNvPr>
          <p:cNvSpPr/>
          <p:nvPr/>
        </p:nvSpPr>
        <p:spPr>
          <a:xfrm>
            <a:off x="16916400" y="6172200"/>
            <a:ext cx="14172840" cy="914040"/>
          </a:xfrm>
          <a:prstGeom prst="rect">
            <a:avLst/>
          </a:prstGeom>
          <a:solidFill>
            <a:schemeClr val="accent1">
              <a:lumMod val="75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3686760">
              <a:lnSpc>
                <a:spcPct val="100000"/>
              </a:lnSpc>
            </a:pPr>
            <a:r>
              <a:rPr lang="en-US" sz="6000" b="1" u="none" strike="noStrike">
                <a:solidFill>
                  <a:schemeClr val="accent3">
                    <a:lumMod val="20000"/>
                    <a:lumOff val="80000"/>
                  </a:schemeClr>
                </a:solidFill>
                <a:effectLst/>
                <a:uFillTx/>
                <a:latin typeface="Calibri"/>
              </a:rPr>
              <a:t>Challenges</a:t>
            </a:r>
            <a:endParaRPr lang="en-US" sz="6000" b="0" u="none" strike="noStrike">
              <a:solidFill>
                <a:srgbClr val="FFFFFF"/>
              </a:solidFill>
              <a:effectLst/>
              <a:uFillTx/>
              <a:latin typeface="Arial"/>
            </a:endParaRPr>
          </a:p>
        </p:txBody>
      </p:sp>
      <p:sp>
        <p:nvSpPr>
          <p:cNvPr id="77" name="Text Box 180">
            <a:extLst>
              <a:ext uri="{FF2B5EF4-FFF2-40B4-BE49-F238E27FC236}">
                <a16:creationId xmlns:a16="http://schemas.microsoft.com/office/drawing/2014/main" id="{42292ED8-441B-DB9C-56A2-E80D18C04FFF}"/>
              </a:ext>
            </a:extLst>
          </p:cNvPr>
          <p:cNvSpPr/>
          <p:nvPr/>
        </p:nvSpPr>
        <p:spPr>
          <a:xfrm>
            <a:off x="16916400" y="21183480"/>
            <a:ext cx="7539120" cy="4561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4389480">
              <a:lnSpc>
                <a:spcPct val="100000"/>
              </a:lnSpc>
            </a:pPr>
            <a:r>
              <a:rPr lang="en-US" sz="2400" b="1" u="none" strike="noStrike">
                <a:solidFill>
                  <a:schemeClr val="dk1"/>
                </a:solidFill>
                <a:effectLst/>
                <a:uFillTx/>
                <a:latin typeface="Calibri"/>
              </a:rPr>
              <a:t>Figure 1.</a:t>
            </a:r>
            <a:r>
              <a:rPr lang="en-US" sz="2400" b="0" u="none" strike="noStrike">
                <a:solidFill>
                  <a:schemeClr val="dk1"/>
                </a:solidFill>
                <a:effectLst/>
                <a:uFillTx/>
                <a:latin typeface="Calibri"/>
              </a:rPr>
              <a:t> Distribution of Data Access in AER articles in 2024.</a:t>
            </a:r>
            <a:endParaRPr lang="en-US" sz="2400" b="0" u="none" strike="noStrike">
              <a:solidFill>
                <a:srgbClr val="000000"/>
              </a:solidFill>
              <a:effectLst/>
              <a:uFillTx/>
              <a:latin typeface="Arial"/>
            </a:endParaRPr>
          </a:p>
        </p:txBody>
      </p:sp>
      <p:sp>
        <p:nvSpPr>
          <p:cNvPr id="79" name="Rectangle 265">
            <a:extLst>
              <a:ext uri="{FF2B5EF4-FFF2-40B4-BE49-F238E27FC236}">
                <a16:creationId xmlns:a16="http://schemas.microsoft.com/office/drawing/2014/main" id="{2D7BCA7D-3172-884A-DFEC-3C36046CA422}"/>
              </a:ext>
            </a:extLst>
          </p:cNvPr>
          <p:cNvSpPr/>
          <p:nvPr/>
        </p:nvSpPr>
        <p:spPr>
          <a:xfrm>
            <a:off x="29077920" y="1554480"/>
            <a:ext cx="2923560" cy="2194200"/>
          </a:xfrm>
          <a:prstGeom prst="rect">
            <a:avLst/>
          </a:prstGeom>
          <a:blipFill rotWithShape="0">
            <a:blip r:embed="rId5"/>
            <a:srcRect/>
            <a:stretch/>
          </a:blipFill>
          <a:ln w="9360">
            <a:solidFill>
              <a:srgbClr val="000000"/>
            </a:solidFill>
            <a:miter/>
          </a:ln>
        </p:spPr>
        <p:style>
          <a:lnRef idx="0">
            <a:scrgbClr r="0" g="0" b="0"/>
          </a:lnRef>
          <a:fillRef idx="0">
            <a:scrgbClr r="0" g="0" b="0"/>
          </a:fillRef>
          <a:effectRef idx="0">
            <a:scrgbClr r="0" g="0" b="0"/>
          </a:effectRef>
          <a:fontRef idx="minor"/>
        </p:style>
        <p:txBody>
          <a:bodyPr lIns="83880" tIns="41760" rIns="83880" bIns="41760" anchor="ctr">
            <a:noAutofit/>
          </a:bodyPr>
          <a:lstStyle/>
          <a:p>
            <a:pPr algn="ctr" defTabSz="4022640">
              <a:lnSpc>
                <a:spcPct val="100000"/>
              </a:lnSpc>
            </a:pPr>
            <a:r>
              <a:rPr lang="en-US" sz="2000" b="1" u="none" strike="noStrike">
                <a:solidFill>
                  <a:schemeClr val="dk1"/>
                </a:solidFill>
                <a:effectLst/>
                <a:uFillTx/>
                <a:latin typeface="Calibri"/>
              </a:rPr>
              <a:t>REPLACE THIS BOX WITH YOUR ORGANIZATION’S</a:t>
            </a:r>
            <a:endParaRPr lang="en-US" sz="2000" b="0" u="none" strike="noStrike">
              <a:solidFill>
                <a:srgbClr val="000000"/>
              </a:solidFill>
              <a:effectLst/>
              <a:uFillTx/>
              <a:latin typeface="Arial"/>
            </a:endParaRPr>
          </a:p>
          <a:p>
            <a:pPr algn="ctr" defTabSz="4022640">
              <a:lnSpc>
                <a:spcPct val="100000"/>
              </a:lnSpc>
            </a:pPr>
            <a:r>
              <a:rPr lang="en-US" sz="2000" b="1" u="none" strike="noStrike">
                <a:solidFill>
                  <a:schemeClr val="dk1"/>
                </a:solidFill>
                <a:effectLst/>
                <a:uFillTx/>
                <a:latin typeface="Calibri"/>
              </a:rPr>
              <a:t>HIGH RESOLUTION LOGO</a:t>
            </a:r>
            <a:endParaRPr lang="en-US" sz="2000" b="0" u="none" strike="noStrike">
              <a:solidFill>
                <a:srgbClr val="000000"/>
              </a:solidFill>
              <a:effectLst/>
              <a:uFillTx/>
              <a:latin typeface="Arial"/>
            </a:endParaRPr>
          </a:p>
        </p:txBody>
      </p:sp>
      <p:pic>
        <p:nvPicPr>
          <p:cNvPr id="80" name="Picture 79">
            <a:extLst>
              <a:ext uri="{FF2B5EF4-FFF2-40B4-BE49-F238E27FC236}">
                <a16:creationId xmlns:a16="http://schemas.microsoft.com/office/drawing/2014/main" id="{D1CDE1B2-63ED-0E89-2908-8683E9BE3B0D}"/>
              </a:ext>
            </a:extLst>
          </p:cNvPr>
          <p:cNvPicPr/>
          <p:nvPr/>
        </p:nvPicPr>
        <p:blipFill>
          <a:blip r:embed="rId6"/>
          <a:stretch/>
        </p:blipFill>
        <p:spPr>
          <a:xfrm>
            <a:off x="10903320" y="39866760"/>
            <a:ext cx="4206051" cy="4023720"/>
          </a:xfrm>
          <a:prstGeom prst="rect">
            <a:avLst/>
          </a:prstGeom>
          <a:noFill/>
          <a:ln w="0">
            <a:noFill/>
          </a:ln>
        </p:spPr>
      </p:pic>
      <p:sp>
        <p:nvSpPr>
          <p:cNvPr id="81" name="Text Box 1">
            <a:extLst>
              <a:ext uri="{FF2B5EF4-FFF2-40B4-BE49-F238E27FC236}">
                <a16:creationId xmlns:a16="http://schemas.microsoft.com/office/drawing/2014/main" id="{4E1FBFD6-9D82-182A-FF8F-05926BEA0760}"/>
              </a:ext>
            </a:extLst>
          </p:cNvPr>
          <p:cNvSpPr/>
          <p:nvPr/>
        </p:nvSpPr>
        <p:spPr>
          <a:xfrm>
            <a:off x="1829160" y="13409280"/>
            <a:ext cx="14172840" cy="5786199"/>
          </a:xfrm>
          <a:prstGeom prst="rect">
            <a:avLst/>
          </a:prstGeom>
          <a:solidFill>
            <a:schemeClr val="lt1"/>
          </a:solidFill>
          <a:ln w="12600">
            <a:solidFill>
              <a:schemeClr val="accent1">
                <a:lumMod val="75000"/>
              </a:schemeClr>
            </a:solidFill>
            <a:round/>
          </a:ln>
        </p:spPr>
        <p:style>
          <a:lnRef idx="0">
            <a:scrgbClr r="0" g="0" b="0"/>
          </a:lnRef>
          <a:fillRef idx="0">
            <a:scrgbClr r="0" g="0" b="0"/>
          </a:fillRef>
          <a:effectRef idx="0">
            <a:scrgbClr r="0" g="0" b="0"/>
          </a:effectRef>
          <a:fontRef idx="minor"/>
        </p:style>
        <p:txBody>
          <a:bodyPr lIns="182880" tIns="182880" rIns="182880" bIns="182880" anchor="t">
            <a:spAutoFit/>
          </a:bodyPr>
          <a:lstStyle/>
          <a:p>
            <a:pPr defTabSz="3686760">
              <a:lnSpc>
                <a:spcPct val="100000"/>
              </a:lnSpc>
            </a:pPr>
            <a:r>
              <a:rPr lang="en-US" sz="3200" b="0" u="none" strike="noStrike" dirty="0">
                <a:solidFill>
                  <a:schemeClr val="dk1"/>
                </a:solidFill>
                <a:effectLst/>
                <a:uFillTx/>
                <a:latin typeface="Calibri"/>
              </a:rPr>
              <a:t>Richard Ball asked the (rhetorical) question “Is it feasible to include reproducible research methods in undergraduate training?” (Ball 2023), answering that question with “Yes we can!” Exposure to and training in well-structured programming will benefit students working both in academia and the private sector. While this type of training does not turn students into active programmers (without further coursework), they will become </a:t>
            </a:r>
            <a:r>
              <a:rPr lang="en-US" sz="3200" b="1" u="none" strike="noStrike" dirty="0">
                <a:solidFill>
                  <a:schemeClr val="dk1"/>
                </a:solidFill>
                <a:effectLst/>
                <a:uFillTx/>
                <a:latin typeface="Calibri"/>
              </a:rPr>
              <a:t>resourceful in debugging</a:t>
            </a:r>
            <a:r>
              <a:rPr lang="en-US" sz="3200" b="0" u="none" strike="noStrike" dirty="0">
                <a:solidFill>
                  <a:schemeClr val="dk1"/>
                </a:solidFill>
                <a:effectLst/>
                <a:uFillTx/>
                <a:latin typeface="Calibri"/>
              </a:rPr>
              <a:t> (inevitably) imperfect code submitted to journals. They are also taught how to </a:t>
            </a:r>
            <a:r>
              <a:rPr lang="en-US" sz="3200" b="1" u="none" strike="noStrike" dirty="0">
                <a:solidFill>
                  <a:schemeClr val="dk1"/>
                </a:solidFill>
                <a:effectLst/>
                <a:uFillTx/>
                <a:latin typeface="Calibri"/>
              </a:rPr>
              <a:t>communicate</a:t>
            </a:r>
            <a:r>
              <a:rPr lang="en-US" sz="3200" b="0" u="none" strike="noStrike" dirty="0">
                <a:solidFill>
                  <a:schemeClr val="dk1"/>
                </a:solidFill>
                <a:effectLst/>
                <a:uFillTx/>
                <a:latin typeface="Calibri"/>
              </a:rPr>
              <a:t> with other people on technical problems, in an objective and constructive manner. They practice this while preparing reports for authors.  Such skills are useful in academic and private sector settings for both technical and non-technical feedback mechanisms. </a:t>
            </a:r>
            <a:endParaRPr lang="en-US" sz="3200" b="0" u="none" strike="noStrike" dirty="0">
              <a:solidFill>
                <a:srgbClr val="000000"/>
              </a:solidFill>
              <a:effectLst/>
              <a:uFillTx/>
              <a:latin typeface="Arial"/>
            </a:endParaRPr>
          </a:p>
        </p:txBody>
      </p:sp>
      <p:pic>
        <p:nvPicPr>
          <p:cNvPr id="82" name="Picture 81">
            <a:extLst>
              <a:ext uri="{FF2B5EF4-FFF2-40B4-BE49-F238E27FC236}">
                <a16:creationId xmlns:a16="http://schemas.microsoft.com/office/drawing/2014/main" id="{52D29B76-1139-FA3A-6A11-3ACE94544D47}"/>
              </a:ext>
            </a:extLst>
          </p:cNvPr>
          <p:cNvPicPr/>
          <p:nvPr/>
        </p:nvPicPr>
        <p:blipFill>
          <a:blip r:embed="rId7"/>
          <a:stretch/>
        </p:blipFill>
        <p:spPr>
          <a:xfrm>
            <a:off x="16696440" y="12664080"/>
            <a:ext cx="13021560" cy="8138520"/>
          </a:xfrm>
          <a:prstGeom prst="rect">
            <a:avLst/>
          </a:prstGeom>
          <a:noFill/>
          <a:ln w="0">
            <a:noFill/>
          </a:ln>
        </p:spPr>
      </p:pic>
      <p:sp>
        <p:nvSpPr>
          <p:cNvPr id="83" name="Text Box 2">
            <a:extLst>
              <a:ext uri="{FF2B5EF4-FFF2-40B4-BE49-F238E27FC236}">
                <a16:creationId xmlns:a16="http://schemas.microsoft.com/office/drawing/2014/main" id="{5A2FCA65-0025-AD8B-2E30-D8E09D863962}"/>
              </a:ext>
            </a:extLst>
          </p:cNvPr>
          <p:cNvSpPr/>
          <p:nvPr/>
        </p:nvSpPr>
        <p:spPr>
          <a:xfrm>
            <a:off x="1828800" y="20693623"/>
            <a:ext cx="14172840" cy="5243400"/>
          </a:xfrm>
          <a:prstGeom prst="rect">
            <a:avLst/>
          </a:prstGeom>
          <a:solidFill>
            <a:schemeClr val="lt1"/>
          </a:solidFill>
          <a:ln w="12600">
            <a:solidFill>
              <a:schemeClr val="accent1">
                <a:lumMod val="75000"/>
              </a:schemeClr>
            </a:solidFill>
            <a:round/>
          </a:ln>
        </p:spPr>
        <p:style>
          <a:lnRef idx="0">
            <a:scrgbClr r="0" g="0" b="0"/>
          </a:lnRef>
          <a:fillRef idx="0">
            <a:scrgbClr r="0" g="0" b="0"/>
          </a:fillRef>
          <a:effectRef idx="0">
            <a:scrgbClr r="0" g="0" b="0"/>
          </a:effectRef>
          <a:fontRef idx="minor"/>
        </p:style>
        <p:txBody>
          <a:bodyPr lIns="182880" tIns="182880" rIns="182880" bIns="182880" anchor="t">
            <a:spAutoFit/>
          </a:bodyPr>
          <a:lstStyle/>
          <a:p>
            <a:pPr defTabSz="3686760">
              <a:lnSpc>
                <a:spcPct val="100000"/>
              </a:lnSpc>
            </a:pPr>
            <a:r>
              <a:rPr lang="en-US" sz="3200" b="0" u="none" strike="noStrike" dirty="0">
                <a:solidFill>
                  <a:schemeClr val="dk1"/>
                </a:solidFill>
                <a:effectLst/>
                <a:uFillTx/>
                <a:latin typeface="Calibri"/>
              </a:rPr>
              <a:t>Over the past 8 years, we have trained </a:t>
            </a:r>
            <a:r>
              <a:rPr lang="en-US" sz="3200" b="1" u="none" strike="noStrike" dirty="0">
                <a:solidFill>
                  <a:schemeClr val="dk1"/>
                </a:solidFill>
                <a:effectLst/>
                <a:uFillTx/>
                <a:latin typeface="Calibri"/>
              </a:rPr>
              <a:t>200+ students</a:t>
            </a:r>
            <a:r>
              <a:rPr lang="en-US" sz="3200" b="0" u="none" strike="noStrike" dirty="0">
                <a:solidFill>
                  <a:schemeClr val="dk1"/>
                </a:solidFill>
                <a:effectLst/>
                <a:uFillTx/>
                <a:latin typeface="Calibri"/>
              </a:rPr>
              <a:t>, in 3 training sessions per year, who have subsequently helped produce  </a:t>
            </a:r>
            <a:r>
              <a:rPr lang="en-US" sz="3200" b="1" u="none" strike="noStrike" dirty="0">
                <a:solidFill>
                  <a:schemeClr val="dk1"/>
                </a:solidFill>
                <a:effectLst/>
                <a:uFillTx/>
                <a:latin typeface="Calibri"/>
              </a:rPr>
              <a:t>4,470 reports on 2,791 articles</a:t>
            </a:r>
            <a:r>
              <a:rPr lang="en-US" sz="3200" b="0" u="none" strike="noStrike" dirty="0">
                <a:solidFill>
                  <a:schemeClr val="dk1"/>
                </a:solidFill>
                <a:effectLst/>
                <a:uFillTx/>
                <a:latin typeface="Calibri"/>
              </a:rPr>
              <a:t> (</a:t>
            </a:r>
            <a:r>
              <a:rPr lang="en-US" sz="3200" b="0" u="none" strike="noStrike" dirty="0" err="1">
                <a:solidFill>
                  <a:schemeClr val="dk1"/>
                </a:solidFill>
                <a:effectLst/>
                <a:uFillTx/>
                <a:latin typeface="Calibri"/>
              </a:rPr>
              <a:t>Vilhuber</a:t>
            </a:r>
            <a:r>
              <a:rPr lang="en-US" sz="3200" b="0" u="none" strike="noStrike" dirty="0">
                <a:solidFill>
                  <a:schemeClr val="dk1"/>
                </a:solidFill>
                <a:effectLst/>
                <a:uFillTx/>
                <a:latin typeface="Calibri"/>
              </a:rPr>
              <a:t>, 2025). </a:t>
            </a:r>
            <a:br>
              <a:rPr sz="3200" dirty="0"/>
            </a:br>
            <a:r>
              <a:rPr lang="en-US" sz="3200" b="0" u="none" strike="noStrike" dirty="0">
                <a:solidFill>
                  <a:schemeClr val="dk1"/>
                </a:solidFill>
                <a:effectLst/>
                <a:uFillTx/>
                <a:latin typeface="Calibri"/>
              </a:rPr>
              <a:t>The majority of undergraduate students were recruited at </a:t>
            </a:r>
            <a:r>
              <a:rPr lang="en-US" sz="3200" b="1" u="none" strike="noStrike" dirty="0">
                <a:solidFill>
                  <a:schemeClr val="dk1"/>
                </a:solidFill>
                <a:effectLst/>
                <a:uFillTx/>
                <a:latin typeface="Calibri"/>
              </a:rPr>
              <a:t>Cornell University</a:t>
            </a:r>
            <a:r>
              <a:rPr lang="en-US" sz="3200" b="0" u="none" strike="noStrike" dirty="0">
                <a:solidFill>
                  <a:schemeClr val="dk1"/>
                </a:solidFill>
                <a:effectLst/>
                <a:uFillTx/>
                <a:latin typeface="Calibri"/>
              </a:rPr>
              <a:t>, from across STEM and social science fields, mostly sophomores and juniors.  We have expanded the search beyond Cornell in the past three summers, running an internship program with 20 non-Cornell students from various universities and colleges (</a:t>
            </a:r>
            <a:r>
              <a:rPr lang="en-US" sz="3200" b="1" u="none" strike="noStrike" dirty="0">
                <a:solidFill>
                  <a:schemeClr val="dk1"/>
                </a:solidFill>
                <a:effectLst/>
                <a:uFillTx/>
                <a:latin typeface="Calibri"/>
              </a:rPr>
              <a:t>Haverford, Bryn Mawr, Wellesley, Notre Dame, U Colorado Boulder</a:t>
            </a:r>
            <a:r>
              <a:rPr lang="en-US" sz="3200" b="0" u="none" strike="noStrike" dirty="0">
                <a:solidFill>
                  <a:schemeClr val="dk1"/>
                </a:solidFill>
                <a:effectLst/>
                <a:uFillTx/>
                <a:latin typeface="Calibri"/>
              </a:rPr>
              <a:t>). Through this process, we have identified the necessary pre-requisites and technical tooling to conduct reproducibility verification with students. </a:t>
            </a:r>
            <a:endParaRPr lang="en-US" sz="3200" b="0" u="none" strike="noStrike" dirty="0">
              <a:solidFill>
                <a:srgbClr val="000000"/>
              </a:solidFill>
              <a:effectLst/>
              <a:uFillTx/>
              <a:latin typeface="Arial"/>
            </a:endParaRPr>
          </a:p>
        </p:txBody>
      </p:sp>
      <p:sp>
        <p:nvSpPr>
          <p:cNvPr id="84" name="Rectangle 1">
            <a:extLst>
              <a:ext uri="{FF2B5EF4-FFF2-40B4-BE49-F238E27FC236}">
                <a16:creationId xmlns:a16="http://schemas.microsoft.com/office/drawing/2014/main" id="{6382123D-2A7B-5354-243E-59D534E8EF02}"/>
              </a:ext>
            </a:extLst>
          </p:cNvPr>
          <p:cNvSpPr/>
          <p:nvPr/>
        </p:nvSpPr>
        <p:spPr>
          <a:xfrm>
            <a:off x="1828800" y="19642564"/>
            <a:ext cx="14172840" cy="1005120"/>
          </a:xfrm>
          <a:prstGeom prst="rect">
            <a:avLst/>
          </a:prstGeom>
          <a:solidFill>
            <a:schemeClr val="accent1">
              <a:lumMod val="75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3686760">
              <a:lnSpc>
                <a:spcPct val="100000"/>
              </a:lnSpc>
            </a:pPr>
            <a:r>
              <a:rPr lang="en-US" sz="6000" b="1" u="none" strike="noStrike">
                <a:solidFill>
                  <a:schemeClr val="accent3">
                    <a:lumMod val="20000"/>
                    <a:lumOff val="80000"/>
                  </a:schemeClr>
                </a:solidFill>
                <a:effectLst/>
                <a:uFillTx/>
                <a:latin typeface="Calibri"/>
              </a:rPr>
              <a:t>Background</a:t>
            </a:r>
            <a:endParaRPr lang="en-US" sz="6000" b="0" u="none" strike="noStrike">
              <a:solidFill>
                <a:srgbClr val="FFFFFF"/>
              </a:solidFill>
              <a:effectLst/>
              <a:uFillTx/>
              <a:latin typeface="Arial"/>
            </a:endParaRPr>
          </a:p>
        </p:txBody>
      </p:sp>
      <p:sp>
        <p:nvSpPr>
          <p:cNvPr id="85" name="Text Box 3">
            <a:extLst>
              <a:ext uri="{FF2B5EF4-FFF2-40B4-BE49-F238E27FC236}">
                <a16:creationId xmlns:a16="http://schemas.microsoft.com/office/drawing/2014/main" id="{52E7EC6F-2440-FB8B-1437-6DE4E4938118}"/>
              </a:ext>
            </a:extLst>
          </p:cNvPr>
          <p:cNvSpPr/>
          <p:nvPr/>
        </p:nvSpPr>
        <p:spPr>
          <a:xfrm>
            <a:off x="16916400" y="28194120"/>
            <a:ext cx="4572000" cy="4755600"/>
          </a:xfrm>
          <a:prstGeom prst="rect">
            <a:avLst/>
          </a:prstGeom>
          <a:solidFill>
            <a:schemeClr val="lt1"/>
          </a:solidFill>
          <a:ln w="12600">
            <a:solidFill>
              <a:schemeClr val="accent1">
                <a:lumMod val="75000"/>
              </a:schemeClr>
            </a:solidFill>
            <a:round/>
          </a:ln>
        </p:spPr>
        <p:style>
          <a:lnRef idx="0">
            <a:scrgbClr r="0" g="0" b="0"/>
          </a:lnRef>
          <a:fillRef idx="0">
            <a:scrgbClr r="0" g="0" b="0"/>
          </a:fillRef>
          <a:effectRef idx="0">
            <a:scrgbClr r="0" g="0" b="0"/>
          </a:effectRef>
          <a:fontRef idx="minor"/>
        </p:style>
        <p:txBody>
          <a:bodyPr lIns="182880" tIns="182880" rIns="182880" bIns="182880" anchor="t">
            <a:spAutoFit/>
          </a:bodyPr>
          <a:lstStyle/>
          <a:p>
            <a:pPr defTabSz="3686760">
              <a:lnSpc>
                <a:spcPct val="100000"/>
              </a:lnSpc>
            </a:pPr>
            <a:r>
              <a:rPr lang="en-US" sz="3200" b="1" u="none" strike="noStrike">
                <a:solidFill>
                  <a:schemeClr val="dk1"/>
                </a:solidFill>
                <a:effectLst/>
                <a:uFillTx/>
                <a:latin typeface="Calibri"/>
              </a:rPr>
              <a:t>2020 sociology graduate working for a nonprofit research organization:</a:t>
            </a:r>
            <a:endParaRPr lang="en-US" sz="3200" b="0" u="none" strike="noStrike">
              <a:solidFill>
                <a:srgbClr val="000000"/>
              </a:solidFill>
              <a:effectLst/>
              <a:uFillTx/>
              <a:latin typeface="Arial"/>
            </a:endParaRPr>
          </a:p>
          <a:p>
            <a:pPr defTabSz="3686760">
              <a:lnSpc>
                <a:spcPct val="100000"/>
              </a:lnSpc>
            </a:pPr>
            <a:r>
              <a:rPr lang="en-US" sz="3200" b="0" u="none" strike="noStrike">
                <a:solidFill>
                  <a:schemeClr val="dk1"/>
                </a:solidFill>
                <a:effectLst/>
                <a:uFillTx/>
                <a:latin typeface="Calibri"/>
              </a:rPr>
              <a:t>“[I received] overwhelmingly positive feedback on my documentation method in code reviews.”</a:t>
            </a:r>
            <a:endParaRPr lang="en-US" sz="3200" b="0" u="none" strike="noStrike">
              <a:solidFill>
                <a:srgbClr val="000000"/>
              </a:solidFill>
              <a:effectLst/>
              <a:uFillTx/>
              <a:latin typeface="Arial"/>
            </a:endParaRPr>
          </a:p>
          <a:p>
            <a:pPr defTabSz="3686760">
              <a:lnSpc>
                <a:spcPct val="100000"/>
              </a:lnSpc>
            </a:pPr>
            <a:endParaRPr lang="en-US" sz="3200" b="0" u="none" strike="noStrike">
              <a:solidFill>
                <a:srgbClr val="000000"/>
              </a:solidFill>
              <a:effectLst/>
              <a:uFillTx/>
              <a:latin typeface="Arial"/>
            </a:endParaRPr>
          </a:p>
        </p:txBody>
      </p:sp>
      <p:sp>
        <p:nvSpPr>
          <p:cNvPr id="86" name="Rectangle 2">
            <a:extLst>
              <a:ext uri="{FF2B5EF4-FFF2-40B4-BE49-F238E27FC236}">
                <a16:creationId xmlns:a16="http://schemas.microsoft.com/office/drawing/2014/main" id="{53811D71-F2A3-7657-6088-8419550DF8A1}"/>
              </a:ext>
            </a:extLst>
          </p:cNvPr>
          <p:cNvSpPr/>
          <p:nvPr/>
        </p:nvSpPr>
        <p:spPr>
          <a:xfrm>
            <a:off x="16916400" y="26974800"/>
            <a:ext cx="14172840" cy="914040"/>
          </a:xfrm>
          <a:prstGeom prst="rect">
            <a:avLst/>
          </a:prstGeom>
          <a:solidFill>
            <a:schemeClr val="accent1">
              <a:lumMod val="75000"/>
            </a:schemeClr>
          </a:solidFill>
          <a:ln w="12600">
            <a:solidFill>
              <a:schemeClr val="accent1"/>
            </a:solidFill>
            <a:miter/>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3686760">
              <a:lnSpc>
                <a:spcPct val="100000"/>
              </a:lnSpc>
            </a:pPr>
            <a:r>
              <a:rPr lang="en-US" sz="6000" b="1" u="none" strike="noStrike">
                <a:solidFill>
                  <a:schemeClr val="accent3">
                    <a:lumMod val="20000"/>
                    <a:lumOff val="80000"/>
                  </a:schemeClr>
                </a:solidFill>
                <a:effectLst/>
                <a:uFillTx/>
                <a:latin typeface="Calibri"/>
              </a:rPr>
              <a:t>Some outcomes</a:t>
            </a:r>
            <a:endParaRPr lang="en-US" sz="6000" b="0" u="none" strike="noStrike">
              <a:solidFill>
                <a:srgbClr val="FFFFFF"/>
              </a:solidFill>
              <a:effectLst/>
              <a:uFillTx/>
              <a:latin typeface="Arial"/>
            </a:endParaRPr>
          </a:p>
        </p:txBody>
      </p:sp>
      <p:sp>
        <p:nvSpPr>
          <p:cNvPr id="87" name="Text Box 4">
            <a:extLst>
              <a:ext uri="{FF2B5EF4-FFF2-40B4-BE49-F238E27FC236}">
                <a16:creationId xmlns:a16="http://schemas.microsoft.com/office/drawing/2014/main" id="{E30E9B8C-D830-C3F5-1757-59FEE86041F2}"/>
              </a:ext>
            </a:extLst>
          </p:cNvPr>
          <p:cNvSpPr/>
          <p:nvPr/>
        </p:nvSpPr>
        <p:spPr>
          <a:xfrm>
            <a:off x="21488400" y="28194120"/>
            <a:ext cx="4800600" cy="4756320"/>
          </a:xfrm>
          <a:prstGeom prst="rect">
            <a:avLst/>
          </a:prstGeom>
          <a:solidFill>
            <a:schemeClr val="lt1"/>
          </a:solidFill>
          <a:ln w="12600">
            <a:solidFill>
              <a:schemeClr val="accent1">
                <a:lumMod val="75000"/>
              </a:schemeClr>
            </a:solidFill>
            <a:round/>
          </a:ln>
        </p:spPr>
        <p:style>
          <a:lnRef idx="0">
            <a:scrgbClr r="0" g="0" b="0"/>
          </a:lnRef>
          <a:fillRef idx="0">
            <a:scrgbClr r="0" g="0" b="0"/>
          </a:fillRef>
          <a:effectRef idx="0">
            <a:scrgbClr r="0" g="0" b="0"/>
          </a:effectRef>
          <a:fontRef idx="minor"/>
        </p:style>
        <p:txBody>
          <a:bodyPr lIns="182880" tIns="182880" rIns="182880" bIns="182880" anchor="t">
            <a:spAutoFit/>
          </a:bodyPr>
          <a:lstStyle/>
          <a:p>
            <a:pPr defTabSz="3686760">
              <a:lnSpc>
                <a:spcPct val="100000"/>
              </a:lnSpc>
            </a:pPr>
            <a:r>
              <a:rPr lang="en-US" sz="3200" b="1" u="none" strike="noStrike">
                <a:solidFill>
                  <a:schemeClr val="dk1"/>
                </a:solidFill>
                <a:effectLst/>
                <a:uFillTx/>
                <a:latin typeface="Calibri"/>
              </a:rPr>
              <a:t>2021 Economics graduate,  pursuing a Ph.D. in Political Economics</a:t>
            </a:r>
            <a:endParaRPr lang="en-US" sz="3200" b="0" u="none" strike="noStrike">
              <a:solidFill>
                <a:srgbClr val="000000"/>
              </a:solidFill>
              <a:effectLst/>
              <a:uFillTx/>
              <a:latin typeface="Arial"/>
            </a:endParaRPr>
          </a:p>
          <a:p>
            <a:pPr defTabSz="3686760">
              <a:lnSpc>
                <a:spcPct val="100000"/>
              </a:lnSpc>
            </a:pPr>
            <a:r>
              <a:rPr lang="en-US" sz="3200" b="0" u="none" strike="noStrike">
                <a:solidFill>
                  <a:schemeClr val="dk1"/>
                </a:solidFill>
                <a:effectLst/>
                <a:uFillTx/>
                <a:latin typeface="Calibri"/>
              </a:rPr>
              <a:t>    “… I feel like [LDI Replicator position] was the single most important thing … to prepare myself to succeed in [predoctoral fellowship]….”</a:t>
            </a:r>
            <a:endParaRPr lang="en-US" sz="3200" b="0" u="none" strike="noStrike">
              <a:solidFill>
                <a:srgbClr val="000000"/>
              </a:solidFill>
              <a:effectLst/>
              <a:uFillTx/>
              <a:latin typeface="Arial"/>
            </a:endParaRPr>
          </a:p>
        </p:txBody>
      </p:sp>
      <p:sp>
        <p:nvSpPr>
          <p:cNvPr id="88" name="Text Box 5">
            <a:extLst>
              <a:ext uri="{FF2B5EF4-FFF2-40B4-BE49-F238E27FC236}">
                <a16:creationId xmlns:a16="http://schemas.microsoft.com/office/drawing/2014/main" id="{45B11EDC-DD24-1F5D-324E-9B59037F0AFB}"/>
              </a:ext>
            </a:extLst>
          </p:cNvPr>
          <p:cNvSpPr/>
          <p:nvPr/>
        </p:nvSpPr>
        <p:spPr>
          <a:xfrm>
            <a:off x="26289000" y="28194120"/>
            <a:ext cx="4800600" cy="4756320"/>
          </a:xfrm>
          <a:prstGeom prst="rect">
            <a:avLst/>
          </a:prstGeom>
          <a:solidFill>
            <a:schemeClr val="lt1"/>
          </a:solidFill>
          <a:ln w="12600">
            <a:solidFill>
              <a:schemeClr val="accent1">
                <a:lumMod val="75000"/>
              </a:schemeClr>
            </a:solidFill>
            <a:round/>
          </a:ln>
        </p:spPr>
        <p:style>
          <a:lnRef idx="0">
            <a:scrgbClr r="0" g="0" b="0"/>
          </a:lnRef>
          <a:fillRef idx="0">
            <a:scrgbClr r="0" g="0" b="0"/>
          </a:fillRef>
          <a:effectRef idx="0">
            <a:scrgbClr r="0" g="0" b="0"/>
          </a:effectRef>
          <a:fontRef idx="minor"/>
        </p:style>
        <p:txBody>
          <a:bodyPr lIns="182880" tIns="182880" rIns="182880" bIns="182880" anchor="t">
            <a:spAutoFit/>
          </a:bodyPr>
          <a:lstStyle/>
          <a:p>
            <a:pPr defTabSz="3686760">
              <a:lnSpc>
                <a:spcPct val="100000"/>
              </a:lnSpc>
            </a:pPr>
            <a:r>
              <a:rPr lang="en-US" sz="3200" b="1" u="none" strike="noStrike">
                <a:solidFill>
                  <a:schemeClr val="dk1"/>
                </a:solidFill>
                <a:effectLst/>
                <a:uFillTx/>
                <a:latin typeface="Calibri"/>
              </a:rPr>
              <a:t>2024 Economics intern</a:t>
            </a:r>
            <a:endParaRPr lang="en-US" sz="3200" b="0" u="none" strike="noStrike">
              <a:solidFill>
                <a:srgbClr val="000000"/>
              </a:solidFill>
              <a:effectLst/>
              <a:uFillTx/>
              <a:latin typeface="Arial"/>
            </a:endParaRPr>
          </a:p>
          <a:p>
            <a:pPr defTabSz="3686760">
              <a:lnSpc>
                <a:spcPct val="100000"/>
              </a:lnSpc>
            </a:pPr>
            <a:endParaRPr lang="en-US" sz="3200" b="0" u="none" strike="noStrike">
              <a:solidFill>
                <a:srgbClr val="000000"/>
              </a:solidFill>
              <a:effectLst/>
              <a:uFillTx/>
              <a:latin typeface="Arial"/>
            </a:endParaRPr>
          </a:p>
          <a:p>
            <a:pPr defTabSz="3686760">
              <a:lnSpc>
                <a:spcPct val="100000"/>
              </a:lnSpc>
            </a:pPr>
            <a:r>
              <a:rPr lang="en-US" sz="3200" b="0" u="none" strike="noStrike">
                <a:solidFill>
                  <a:schemeClr val="dk1"/>
                </a:solidFill>
                <a:effectLst/>
                <a:uFillTx/>
                <a:latin typeface="Calibri"/>
              </a:rPr>
              <a:t>    “For every issue I did solve, there was a gratify-ing moment, knowing I’ve explored something new and that the authors would read and heed my documented solution.”</a:t>
            </a:r>
            <a:endParaRPr lang="en-US" sz="3200" b="0" u="none" strike="noStrike">
              <a:solidFill>
                <a:srgbClr val="000000"/>
              </a:solidFill>
              <a:effectLst/>
              <a:uFillTx/>
              <a:latin typeface="Arial"/>
            </a:endParaRPr>
          </a:p>
        </p:txBody>
      </p:sp>
      <p:pic>
        <p:nvPicPr>
          <p:cNvPr id="7" name="Picture 6">
            <a:extLst>
              <a:ext uri="{FF2B5EF4-FFF2-40B4-BE49-F238E27FC236}">
                <a16:creationId xmlns:a16="http://schemas.microsoft.com/office/drawing/2014/main" id="{ADA782C8-E0B4-A41C-DA51-E7DC55192B17}"/>
              </a:ext>
            </a:extLst>
          </p:cNvPr>
          <p:cNvPicPr>
            <a:picLocks noChangeAspect="1"/>
          </p:cNvPicPr>
          <p:nvPr/>
        </p:nvPicPr>
        <p:blipFill>
          <a:blip r:embed="rId8"/>
          <a:stretch>
            <a:fillRect/>
          </a:stretch>
        </p:blipFill>
        <p:spPr>
          <a:xfrm>
            <a:off x="1278540" y="848866"/>
            <a:ext cx="3384720" cy="3384720"/>
          </a:xfrm>
          <a:prstGeom prst="rect">
            <a:avLst/>
          </a:prstGeom>
        </p:spPr>
      </p:pic>
    </p:spTree>
    <p:extLst>
      <p:ext uri="{BB962C8B-B14F-4D97-AF65-F5344CB8AC3E}">
        <p14:creationId xmlns:p14="http://schemas.microsoft.com/office/powerpoint/2010/main" val="1323903193"/>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3.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4.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5.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6.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7.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8.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9.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10.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1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44</TotalTime>
  <Words>1362</Words>
  <Application>Microsoft Macintosh PowerPoint</Application>
  <PresentationFormat>Custom</PresentationFormat>
  <Paragraphs>46</Paragraphs>
  <Slides>1</Slides>
  <Notes>0</Notes>
  <HiddenSlides>0</HiddenSlides>
  <MMClips>0</MMClips>
  <ScaleCrop>false</ScaleCrop>
  <HeadingPairs>
    <vt:vector size="6" baseType="variant">
      <vt:variant>
        <vt:lpstr>Fonts Used</vt:lpstr>
      </vt:variant>
      <vt:variant>
        <vt:i4>7</vt:i4>
      </vt:variant>
      <vt:variant>
        <vt:lpstr>Theme</vt:lpstr>
      </vt:variant>
      <vt:variant>
        <vt:i4>11</vt:i4>
      </vt:variant>
      <vt:variant>
        <vt:lpstr>Slide Titles</vt:lpstr>
      </vt:variant>
      <vt:variant>
        <vt:i4>1</vt:i4>
      </vt:variant>
    </vt:vector>
  </HeadingPairs>
  <TitlesOfParts>
    <vt:vector size="19" baseType="lpstr">
      <vt:lpstr>Arial</vt:lpstr>
      <vt:lpstr>Calibri</vt:lpstr>
      <vt:lpstr>Calibri Light</vt:lpstr>
      <vt:lpstr>OpenSymbol</vt:lpstr>
      <vt:lpstr>Symbol</vt:lpstr>
      <vt:lpstr>Times New Roman</vt:lpstr>
      <vt:lpstr>Wingdings</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Susan B. Houston</dc:creator>
  <dc:description/>
  <cp:lastModifiedBy>Ilanith Nizard</cp:lastModifiedBy>
  <cp:revision>5</cp:revision>
  <dcterms:created xsi:type="dcterms:W3CDTF">2016-06-27T20:00:38Z</dcterms:created>
  <dcterms:modified xsi:type="dcterms:W3CDTF">2025-12-07T18:49:34Z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Custom</vt:lpwstr>
  </property>
  <property fmtid="{D5CDD505-2E9C-101B-9397-08002B2CF9AE}" pid="3" name="Slides">
    <vt:r8>1</vt:r8>
  </property>
</Properties>
</file>