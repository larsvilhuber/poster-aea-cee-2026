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_rels/slideMaster11.xml.rels" ContentType="application/vnd.openxmlformats-package.relationships+xml"/>
  <Override PartName="/ppt/slideMasters/_rels/slideMaster5.xml.rels" ContentType="application/vnd.openxmlformats-package.relationships+xml"/>
  <Override PartName="/ppt/slideMasters/_rels/slideMaster10.xml.rels" ContentType="application/vnd.openxmlformats-package.relationships+xml"/>
  <Override PartName="/ppt/slideMasters/_rels/slideMaster4.xml.rels" ContentType="application/vnd.openxmlformats-package.relationships+xml"/>
  <Override PartName="/ppt/slideMasters/_rels/slideMaster9.xml.rels" ContentType="application/vnd.openxmlformats-package.relationships+xml"/>
  <Override PartName="/ppt/slideMasters/_rels/slideMaster8.xml.rels" ContentType="application/vnd.openxmlformats-package.relationships+xml"/>
  <Override PartName="/ppt/slideMasters/_rels/slideMaster7.xml.rels" ContentType="application/vnd.openxmlformats-package.relationships+xml"/>
  <Override PartName="/ppt/slideMasters/_rels/slideMaster6.xml.rels" ContentType="application/vnd.openxmlformats-package.relationships+xml"/>
  <Override PartName="/ppt/slideMasters/_rels/slideMaster3.xml.rels" ContentType="application/vnd.openxmlformats-package.relationships+xml"/>
  <Override PartName="/ppt/slideMasters/_rels/slideMaster2.xml.rels" ContentType="application/vnd.openxmlformats-package.relationships+xml"/>
  <Override PartName="/ppt/slideMasters/_rels/slideMaster1.xml.rels" ContentType="application/vnd.openxmlformats-package.relationship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presProps.xml" ContentType="application/vnd.openxmlformats-officedocument.presentationml.presProps+xml"/>
  <Override PartName="/ppt/theme/theme1.xml" ContentType="application/vnd.openxmlformats-officedocument.theme+xml"/>
  <Override PartName="/ppt/theme/theme1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theme/theme9.xml" ContentType="application/vnd.openxmlformats-officedocument.theme+xml"/>
  <Override PartName="/ppt/theme/theme10.xml" ContentType="application/vnd.openxmlformats-officedocument.theme+xml"/>
  <Override PartName="/ppt/slideLayouts/_rels/slideLayout1.xml.rels" ContentType="application/vnd.openxmlformats-package.relationships+xml"/>
  <Override PartName="/ppt/slideLayouts/slideLayout1.xml" ContentType="application/vnd.openxmlformats-officedocument.presentationml.slideLayout+xml"/>
  <Override PartName="/ppt/slides/_rels/slide1.xml.rels" ContentType="application/vnd.openxmlformats-package.relationships+xml"/>
  <Override PartName="/ppt/slides/slide1.xml" ContentType="application/vnd.openxmlformats-officedocument.presentationml.slide+xml"/>
  <Override PartName="/ppt/_rels/presentation.xml.rels" ContentType="application/vnd.openxmlformats-package.relationships+xml"/>
  <Override PartName="/ppt/media/image1.png" ContentType="image/png"/>
  <Override PartName="/ppt/media/image2.png" ContentType="image/png"/>
  <Override PartName="/ppt/media/image3.png" ContentType="image/png"/>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50" r:id="rId3"/>
    <p:sldMasterId id="2147483651" r:id="rId4"/>
    <p:sldMasterId id="2147483652" r:id="rId5"/>
    <p:sldMasterId id="2147483653" r:id="rId6"/>
    <p:sldMasterId id="2147483654" r:id="rId7"/>
    <p:sldMasterId id="2147483655" r:id="rId8"/>
    <p:sldMasterId id="2147483656" r:id="rId9"/>
    <p:sldMasterId id="2147483657" r:id="rId10"/>
    <p:sldMasterId id="2147483658" r:id="rId11"/>
    <p:sldMasterId id="2147483659" r:id="rId12"/>
  </p:sldMasterIdLst>
  <p:sldIdLst>
    <p:sldId id="256" r:id="rId13"/>
  </p:sldIdLst>
  <p:sldSz cx="32918400" cy="43891200"/>
  <p:notesSz cx="7772400" cy="10058400"/>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slideMaster" Target="slideMasters/slideMaster3.xml"/><Relationship Id="rId5" Type="http://schemas.openxmlformats.org/officeDocument/2006/relationships/slideMaster" Target="slideMasters/slideMaster4.xml"/><Relationship Id="rId6" Type="http://schemas.openxmlformats.org/officeDocument/2006/relationships/slideMaster" Target="slideMasters/slideMaster5.xml"/><Relationship Id="rId7" Type="http://schemas.openxmlformats.org/officeDocument/2006/relationships/slideMaster" Target="slideMasters/slideMaster6.xml"/><Relationship Id="rId8" Type="http://schemas.openxmlformats.org/officeDocument/2006/relationships/slideMaster" Target="slideMasters/slideMaster7.xml"/><Relationship Id="rId9" Type="http://schemas.openxmlformats.org/officeDocument/2006/relationships/slideMaster" Target="slideMasters/slideMaster8.xml"/><Relationship Id="rId10" Type="http://schemas.openxmlformats.org/officeDocument/2006/relationships/slideMaster" Target="slideMasters/slideMaster9.xml"/><Relationship Id="rId11" Type="http://schemas.openxmlformats.org/officeDocument/2006/relationships/slideMaster" Target="slideMasters/slideMaster10.xml"/><Relationship Id="rId12" Type="http://schemas.openxmlformats.org/officeDocument/2006/relationships/slideMaster" Target="slideMasters/slideMaster11.xml"/><Relationship Id="rId13" Type="http://schemas.openxmlformats.org/officeDocument/2006/relationships/slide" Target="slides/slide1.xml"/><Relationship Id="rId14" Type="http://schemas.openxmlformats.org/officeDocument/2006/relationships/presProps" Target="presProps.xml"/>
</Relationship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Title Slide">
    <p:spTree>
      <p:nvGrpSpPr>
        <p:cNvPr id="1" name=""/>
        <p:cNvGrpSpPr/>
        <p:nvPr/>
      </p:nvGrpSpPr>
      <p:grpSpPr>
        <a:xfrm>
          <a:off x="0" y="0"/>
          <a:ext cx="0" cy="0"/>
          <a:chOff x="0" y="0"/>
          <a:chExt cx="0" cy="0"/>
        </a:xfrm>
      </p:grpSpPr>
      <p:sp>
        <p:nvSpPr>
          <p:cNvPr id="5" name="PlaceHolder 1"/>
          <p:cNvSpPr>
            <a:spLocks noGrp="1"/>
          </p:cNvSpPr>
          <p:nvPr>
            <p:ph type="title"/>
          </p:nvPr>
        </p:nvSpPr>
        <p:spPr>
          <a:xfrm>
            <a:off x="2468880" y="7183080"/>
            <a:ext cx="27980280" cy="15280200"/>
          </a:xfrm>
          <a:prstGeom prst="rect">
            <a:avLst/>
          </a:prstGeom>
          <a:noFill/>
          <a:ln w="0">
            <a:noFill/>
          </a:ln>
        </p:spPr>
        <p:txBody>
          <a:bodyPr lIns="0" rIns="0" tIns="0" bIns="0" anchor="ctr">
            <a:spAutoFit/>
          </a:bodyPr>
          <a:p>
            <a:pPr indent="0">
              <a:buNone/>
            </a:pPr>
            <a:endParaRPr b="0" lang="en-US" sz="7260" strike="noStrike" u="none">
              <a:solidFill>
                <a:schemeClr val="dk1"/>
              </a:solidFill>
              <a:effectLst/>
              <a:uFillTx/>
              <a:latin typeface="Calibri"/>
            </a:endParaRPr>
          </a:p>
        </p:txBody>
      </p:sp>
      <p:sp>
        <p:nvSpPr>
          <p:cNvPr id="6" name="PlaceHolder 2"/>
          <p:cNvSpPr>
            <a:spLocks noGrp="1"/>
          </p:cNvSpPr>
          <p:nvPr>
            <p:ph type="subTitle"/>
          </p:nvPr>
        </p:nvSpPr>
        <p:spPr>
          <a:xfrm>
            <a:off x="1645920" y="10270440"/>
            <a:ext cx="29626200" cy="25456320"/>
          </a:xfrm>
          <a:prstGeom prst="rect">
            <a:avLst/>
          </a:prstGeom>
          <a:noFill/>
          <a:ln w="0">
            <a:noFill/>
          </a:ln>
        </p:spPr>
        <p:txBody>
          <a:bodyPr lIns="0" rIns="0" tIns="0" bIns="0" anchor="ctr">
            <a:spAutoFit/>
          </a:bodyPr>
          <a:p>
            <a:pPr indent="0" algn="ctr">
              <a:buNone/>
            </a:pPr>
            <a:endParaRPr b="0" lang="en-US" sz="3200" strike="noStrike" u="none">
              <a:solidFill>
                <a:srgbClr val="000000"/>
              </a:solidFill>
              <a:effectLst/>
              <a:uFillTx/>
              <a:latin typeface="Arial"/>
            </a:endParaRPr>
          </a:p>
        </p:txBody>
      </p:sp>
      <p:sp>
        <p:nvSpPr>
          <p:cNvPr id="4" name="PlaceHolder 3"/>
          <p:cNvSpPr>
            <a:spLocks noGrp="1"/>
          </p:cNvSpPr>
          <p:nvPr>
            <p:ph type="ftr" idx="2"/>
          </p:nvPr>
        </p:nvSpPr>
        <p:spPr/>
        <p:txBody>
          <a:bodyPr/>
          <a:p>
            <a:r>
              <a:t>Footer</a:t>
            </a:r>
          </a:p>
        </p:txBody>
      </p:sp>
      <p:sp>
        <p:nvSpPr>
          <p:cNvPr id="5" name="PlaceHolder 4"/>
          <p:cNvSpPr>
            <a:spLocks noGrp="1"/>
          </p:cNvSpPr>
          <p:nvPr>
            <p:ph type="sldNum" idx="3"/>
          </p:nvPr>
        </p:nvSpPr>
        <p:spPr/>
        <p:txBody>
          <a:bodyPr/>
          <a:p>
            <a:fld id="{531A38AB-D971-4C09-9E5C-B0A19D169437}" type="slidenum">
              <a:t>&lt;#&gt;</a:t>
            </a:fld>
          </a:p>
        </p:txBody>
      </p:sp>
      <p:sp>
        <p:nvSpPr>
          <p:cNvPr id="6" name="PlaceHolder 5"/>
          <p:cNvSpPr>
            <a:spLocks noGrp="1"/>
          </p:cNvSpPr>
          <p:nvPr>
            <p:ph type="dt" idx="1"/>
          </p:nvPr>
        </p:nvSpPr>
        <p:spPr/>
        <p:txBody>
          <a:bodyPr/>
          <a:p>
            <a:r>
              <a:rPr lang="en-US"/>
              <a:t/>
            </a: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
</Relationships>
</file>

<file path=ppt/slideMasters/_rels/slideMaster2.xml.rels><?xml version="1.0" encoding="UTF-8"?>
<Relationships xmlns="http://schemas.openxmlformats.org/package/2006/relationships"><Relationship Id="rId1" Type="http://schemas.openxmlformats.org/officeDocument/2006/relationships/theme" Target="../theme/theme2.xml"/>
</Relationships>
</file>

<file path=ppt/slideMasters/_rels/slideMaster3.xml.rels><?xml version="1.0" encoding="UTF-8"?>
<Relationships xmlns="http://schemas.openxmlformats.org/package/2006/relationships"><Relationship Id="rId1" Type="http://schemas.openxmlformats.org/officeDocument/2006/relationships/theme" Target="../theme/theme3.xml"/>
</Relationships>
</file>

<file path=ppt/slideMasters/_rels/slideMaster4.xml.rels><?xml version="1.0" encoding="UTF-8"?>
<Relationships xmlns="http://schemas.openxmlformats.org/package/2006/relationships"><Relationship Id="rId1" Type="http://schemas.openxmlformats.org/officeDocument/2006/relationships/theme" Target="../theme/theme4.xml"/>
</Relationships>
</file>

<file path=ppt/slideMasters/_rels/slideMaster5.xml.rels><?xml version="1.0" encoding="UTF-8"?>
<Relationships xmlns="http://schemas.openxmlformats.org/package/2006/relationships"><Relationship Id="rId1" Type="http://schemas.openxmlformats.org/officeDocument/2006/relationships/theme" Target="../theme/theme5.xml"/>
</Relationships>
</file>

<file path=ppt/slideMasters/_rels/slideMaster6.xml.rels><?xml version="1.0" encoding="UTF-8"?>
<Relationships xmlns="http://schemas.openxmlformats.org/package/2006/relationships"><Relationship Id="rId1" Type="http://schemas.openxmlformats.org/officeDocument/2006/relationships/theme" Target="../theme/theme6.xml"/>
</Relationships>
</file>

<file path=ppt/slideMasters/_rels/slideMaster7.xml.rels><?xml version="1.0" encoding="UTF-8"?>
<Relationships xmlns="http://schemas.openxmlformats.org/package/2006/relationships"><Relationship Id="rId1" Type="http://schemas.openxmlformats.org/officeDocument/2006/relationships/theme" Target="../theme/theme7.xml"/>
</Relationships>
</file>

<file path=ppt/slideMasters/_rels/slideMaster8.xml.rels><?xml version="1.0" encoding="UTF-8"?>
<Relationships xmlns="http://schemas.openxmlformats.org/package/2006/relationships"><Relationship Id="rId1" Type="http://schemas.openxmlformats.org/officeDocument/2006/relationships/theme" Target="../theme/theme8.xml"/>
</Relationships>
</file>

<file path=ppt/slideMasters/_rels/slideMaster9.xml.rels><?xml version="1.0" encoding="UTF-8"?>
<Relationships xmlns="http://schemas.openxmlformats.org/package/2006/relationships"><Relationship Id="rId1" Type="http://schemas.openxmlformats.org/officeDocument/2006/relationships/theme" Target="../theme/theme9.xml"/>
</Relationships>
</file>

<file path=ppt/slideMasters/_rels/slideMaster10.xml.rels><?xml version="1.0" encoding="UTF-8"?>
<Relationships xmlns="http://schemas.openxmlformats.org/package/2006/relationships"><Relationship Id="rId1" Type="http://schemas.openxmlformats.org/officeDocument/2006/relationships/theme" Target="../theme/theme10.xml"/>
</Relationships>
</file>

<file path=ppt/slideMasters/_rels/slideMaster11.xml.rels><?xml version="1.0" encoding="UTF-8"?>
<Relationships xmlns="http://schemas.openxmlformats.org/package/2006/relationships"><Relationship Id="rId1" Type="http://schemas.openxmlformats.org/officeDocument/2006/relationships/theme" Target="../theme/theme11.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0" name="PlaceHolder 1"/>
          <p:cNvSpPr>
            <a:spLocks noGrp="1"/>
          </p:cNvSpPr>
          <p:nvPr>
            <p:ph type="title"/>
          </p:nvPr>
        </p:nvSpPr>
        <p:spPr>
          <a:xfrm>
            <a:off x="2468880" y="7183080"/>
            <a:ext cx="27980280" cy="15280200"/>
          </a:xfrm>
          <a:prstGeom prst="rect">
            <a:avLst/>
          </a:prstGeom>
          <a:noFill/>
          <a:ln w="0">
            <a:noFill/>
          </a:ln>
        </p:spPr>
        <p:txBody>
          <a:bodyPr lIns="91440" rIns="91440" tIns="45720" bIns="45720" anchor="b">
            <a:noAutofit/>
          </a:bodyPr>
          <a:p>
            <a:pPr indent="0" algn="ctr" defTabSz="3291840">
              <a:lnSpc>
                <a:spcPct val="90000"/>
              </a:lnSpc>
              <a:buNone/>
            </a:pPr>
            <a:r>
              <a:rPr b="0" lang="en-US" sz="21600" strike="noStrike" u="none">
                <a:solidFill>
                  <a:schemeClr val="dk1"/>
                </a:solidFill>
                <a:effectLst/>
                <a:uFillTx/>
                <a:latin typeface="Calibri Light"/>
              </a:rPr>
              <a:t>Click to edit Master title style</a:t>
            </a:r>
            <a:endParaRPr b="0" lang="en-US" sz="21600" strike="noStrike" u="none">
              <a:solidFill>
                <a:schemeClr val="dk1"/>
              </a:solidFill>
              <a:effectLst/>
              <a:uFillTx/>
              <a:latin typeface="Calibri"/>
            </a:endParaRPr>
          </a:p>
        </p:txBody>
      </p:sp>
      <p:sp>
        <p:nvSpPr>
          <p:cNvPr id="1" name="PlaceHolder 2"/>
          <p:cNvSpPr>
            <a:spLocks noGrp="1"/>
          </p:cNvSpPr>
          <p:nvPr>
            <p:ph type="dt" idx="1"/>
          </p:nvPr>
        </p:nvSpPr>
        <p:spPr>
          <a:xfrm>
            <a:off x="2263320" y="40680720"/>
            <a:ext cx="7406280" cy="2336400"/>
          </a:xfrm>
          <a:prstGeom prst="rect">
            <a:avLst/>
          </a:prstGeom>
          <a:noFill/>
          <a:ln w="0">
            <a:noFill/>
          </a:ln>
        </p:spPr>
        <p:txBody>
          <a:bodyPr lIns="91440" rIns="91440" tIns="45720" bIns="45720" anchor="ctr">
            <a:noAutofit/>
          </a:bodyPr>
          <a:lstStyle>
            <a:lvl1pPr indent="0" defTabSz="3686760">
              <a:lnSpc>
                <a:spcPct val="100000"/>
              </a:lnSpc>
              <a:buNone/>
              <a:defRPr b="0" lang="en-US" sz="4320" strike="noStrike" u="none">
                <a:solidFill>
                  <a:schemeClr val="dk1">
                    <a:tint val="75000"/>
                  </a:schemeClr>
                </a:solidFill>
                <a:effectLst/>
                <a:uFillTx/>
                <a:latin typeface="Calibri"/>
              </a:defRPr>
            </a:lvl1pPr>
          </a:lstStyle>
          <a:p>
            <a:pPr indent="0" defTabSz="3686760">
              <a:lnSpc>
                <a:spcPct val="100000"/>
              </a:lnSpc>
              <a:buNone/>
            </a:pPr>
            <a:r>
              <a:rPr b="0" lang="en-US" sz="4320" strike="noStrike" u="none">
                <a:solidFill>
                  <a:schemeClr val="dk1">
                    <a:tint val="75000"/>
                  </a:schemeClr>
                </a:solidFill>
                <a:effectLst/>
                <a:uFillTx/>
                <a:latin typeface="Calibri"/>
              </a:rPr>
              <a:t>&lt;date/time&gt;</a:t>
            </a:r>
            <a:endParaRPr b="0" lang="en-US" sz="4320" strike="noStrike" u="none">
              <a:solidFill>
                <a:srgbClr val="000000"/>
              </a:solidFill>
              <a:effectLst/>
              <a:uFillTx/>
              <a:latin typeface="Times New Roman"/>
            </a:endParaRPr>
          </a:p>
        </p:txBody>
      </p:sp>
      <p:sp>
        <p:nvSpPr>
          <p:cNvPr id="2" name="PlaceHolder 3"/>
          <p:cNvSpPr>
            <a:spLocks noGrp="1"/>
          </p:cNvSpPr>
          <p:nvPr>
            <p:ph type="ftr" idx="2"/>
          </p:nvPr>
        </p:nvSpPr>
        <p:spPr>
          <a:xfrm>
            <a:off x="10904400" y="40680720"/>
            <a:ext cx="11109600" cy="2336400"/>
          </a:xfrm>
          <a:prstGeom prst="rect">
            <a:avLst/>
          </a:prstGeom>
          <a:noFill/>
          <a:ln w="0">
            <a:noFill/>
          </a:ln>
        </p:spPr>
        <p:txBody>
          <a:bodyPr lIns="91440" rIns="91440" tIns="45720" bIns="45720" anchor="ctr">
            <a:noAutofit/>
          </a:bodyPr>
          <a:lstStyle>
            <a:lvl1pPr indent="0" algn="ctr">
              <a:buNone/>
              <a:defRPr b="0" lang="en-US" sz="1400" strike="noStrike" u="none">
                <a:solidFill>
                  <a:srgbClr val="000000"/>
                </a:solidFill>
                <a:effectLst/>
                <a:uFillTx/>
                <a:latin typeface="Times New Roman"/>
              </a:defRPr>
            </a:lvl1pPr>
          </a:lstStyle>
          <a:p>
            <a:pPr indent="0" algn="ctr">
              <a:buNone/>
            </a:pPr>
            <a:r>
              <a:rPr b="0" lang="en-US" sz="1400" strike="noStrike" u="none">
                <a:solidFill>
                  <a:srgbClr val="000000"/>
                </a:solidFill>
                <a:effectLst/>
                <a:uFillTx/>
                <a:latin typeface="Times New Roman"/>
              </a:rPr>
              <a:t>&lt;footer&gt;</a:t>
            </a:r>
            <a:endParaRPr b="0" lang="en-US" sz="1400" strike="noStrike" u="none">
              <a:solidFill>
                <a:srgbClr val="000000"/>
              </a:solidFill>
              <a:effectLst/>
              <a:uFillTx/>
              <a:latin typeface="Times New Roman"/>
            </a:endParaRPr>
          </a:p>
        </p:txBody>
      </p:sp>
      <p:sp>
        <p:nvSpPr>
          <p:cNvPr id="3" name="PlaceHolder 4"/>
          <p:cNvSpPr>
            <a:spLocks noGrp="1"/>
          </p:cNvSpPr>
          <p:nvPr>
            <p:ph type="sldNum" idx="3"/>
          </p:nvPr>
        </p:nvSpPr>
        <p:spPr>
          <a:xfrm>
            <a:off x="23248800" y="40680720"/>
            <a:ext cx="7406280" cy="2336400"/>
          </a:xfrm>
          <a:prstGeom prst="rect">
            <a:avLst/>
          </a:prstGeom>
          <a:noFill/>
          <a:ln w="0">
            <a:noFill/>
          </a:ln>
        </p:spPr>
        <p:txBody>
          <a:bodyPr lIns="91440" rIns="91440" tIns="45720" bIns="45720" anchor="ctr">
            <a:noAutofit/>
          </a:bodyPr>
          <a:lstStyle>
            <a:lvl1pPr indent="0" algn="r" defTabSz="3686760">
              <a:lnSpc>
                <a:spcPct val="100000"/>
              </a:lnSpc>
              <a:buNone/>
              <a:defRPr b="0" lang="en-US" sz="4320" strike="noStrike" u="none">
                <a:solidFill>
                  <a:schemeClr val="dk1">
                    <a:tint val="75000"/>
                  </a:schemeClr>
                </a:solidFill>
                <a:effectLst/>
                <a:uFillTx/>
                <a:latin typeface="Calibri"/>
              </a:defRPr>
            </a:lvl1pPr>
          </a:lstStyle>
          <a:p>
            <a:pPr indent="0" algn="r" defTabSz="3686760">
              <a:lnSpc>
                <a:spcPct val="100000"/>
              </a:lnSpc>
              <a:buNone/>
            </a:pPr>
            <a:fld id="{6F7AC2EF-15EB-4F4D-9D92-EB94B7C14FB6}" type="slidenum">
              <a:rPr b="0" lang="en-US" sz="4320" strike="noStrike" u="none">
                <a:solidFill>
                  <a:schemeClr val="dk1">
                    <a:tint val="75000"/>
                  </a:schemeClr>
                </a:solidFill>
                <a:effectLst/>
                <a:uFillTx/>
                <a:latin typeface="Calibri"/>
              </a:rPr>
              <a:t>&lt;number&gt;</a:t>
            </a:fld>
            <a:endParaRPr b="0" lang="en-US" sz="4320" strike="noStrike" u="none">
              <a:solidFill>
                <a:srgbClr val="000000"/>
              </a:solidFill>
              <a:effectLst/>
              <a:uFillTx/>
              <a:latin typeface="Times New Roman"/>
            </a:endParaRPr>
          </a:p>
        </p:txBody>
      </p:sp>
      <p:sp>
        <p:nvSpPr>
          <p:cNvPr id="4" name="PlaceHolder 5"/>
          <p:cNvSpPr>
            <a:spLocks noGrp="1"/>
          </p:cNvSpPr>
          <p:nvPr>
            <p:ph type="body"/>
          </p:nvPr>
        </p:nvSpPr>
        <p:spPr>
          <a:xfrm>
            <a:off x="1645920" y="10270440"/>
            <a:ext cx="29626200" cy="25456320"/>
          </a:xfrm>
          <a:prstGeom prst="rect">
            <a:avLst/>
          </a:prstGeom>
          <a:noFill/>
          <a:ln w="0">
            <a:noFill/>
          </a:ln>
        </p:spPr>
        <p:txBody>
          <a:bodyPr lIns="0" rIns="0" tIns="0" bIns="0" anchor="t">
            <a:normAutofit/>
          </a:bodyPr>
          <a:p>
            <a:pPr marL="432000" indent="-324000">
              <a:lnSpc>
                <a:spcPct val="90000"/>
              </a:lnSpc>
              <a:spcBef>
                <a:spcPts val="1417"/>
              </a:spcBef>
              <a:buClr>
                <a:srgbClr val="000000"/>
              </a:buClr>
              <a:buSzPct val="45000"/>
              <a:buFont typeface="Wingdings" charset="2"/>
              <a:buChar char=""/>
            </a:pPr>
            <a:r>
              <a:rPr b="0" lang="en-US" sz="10080" strike="noStrike" u="none">
                <a:solidFill>
                  <a:schemeClr val="dk1"/>
                </a:solidFill>
                <a:effectLst/>
                <a:uFillTx/>
                <a:latin typeface="Calibri"/>
              </a:rPr>
              <a:t>Click to edit the outline text format</a:t>
            </a:r>
            <a:endParaRPr b="0" lang="en-US" sz="10080" strike="noStrike" u="none">
              <a:solidFill>
                <a:schemeClr val="dk1"/>
              </a:solidFill>
              <a:effectLst/>
              <a:uFillTx/>
              <a:latin typeface="Calibri"/>
            </a:endParaRPr>
          </a:p>
          <a:p>
            <a:pPr lvl="1" marL="864000" indent="-324000">
              <a:lnSpc>
                <a:spcPct val="90000"/>
              </a:lnSpc>
              <a:spcBef>
                <a:spcPts val="1134"/>
              </a:spcBef>
              <a:buClr>
                <a:srgbClr val="000000"/>
              </a:buClr>
              <a:buSzPct val="75000"/>
              <a:buFont typeface="Symbol" charset="2"/>
              <a:buChar char=""/>
            </a:pPr>
            <a:r>
              <a:rPr b="0" lang="en-US" sz="7200" strike="noStrike" u="none">
                <a:solidFill>
                  <a:schemeClr val="dk1"/>
                </a:solidFill>
                <a:effectLst/>
                <a:uFillTx/>
                <a:latin typeface="Calibri"/>
              </a:rPr>
              <a:t>Second Outline Level</a:t>
            </a:r>
            <a:endParaRPr b="0" lang="en-US" sz="7200" strike="noStrike" u="none">
              <a:solidFill>
                <a:schemeClr val="dk1"/>
              </a:solidFill>
              <a:effectLst/>
              <a:uFillTx/>
              <a:latin typeface="Calibri"/>
            </a:endParaRPr>
          </a:p>
          <a:p>
            <a:pPr lvl="2" marL="1296000" indent="-288000">
              <a:lnSpc>
                <a:spcPct val="90000"/>
              </a:lnSpc>
              <a:spcBef>
                <a:spcPts val="850"/>
              </a:spcBef>
              <a:buClr>
                <a:srgbClr val="000000"/>
              </a:buClr>
              <a:buSzPct val="45000"/>
              <a:buFont typeface="Wingdings" charset="2"/>
              <a:buChar char=""/>
            </a:pPr>
            <a:r>
              <a:rPr b="0" lang="en-US" sz="6480" strike="noStrike" u="none">
                <a:solidFill>
                  <a:schemeClr val="dk1"/>
                </a:solidFill>
                <a:effectLst/>
                <a:uFillTx/>
                <a:latin typeface="Calibri"/>
              </a:rPr>
              <a:t>Third Outline Level</a:t>
            </a:r>
            <a:endParaRPr b="0" lang="en-US" sz="6480" strike="noStrike" u="none">
              <a:solidFill>
                <a:schemeClr val="dk1"/>
              </a:solidFill>
              <a:effectLst/>
              <a:uFillTx/>
              <a:latin typeface="Calibri"/>
            </a:endParaRPr>
          </a:p>
          <a:p>
            <a:pPr lvl="3" marL="1728000" indent="-216000">
              <a:lnSpc>
                <a:spcPct val="90000"/>
              </a:lnSpc>
              <a:spcBef>
                <a:spcPts val="567"/>
              </a:spcBef>
              <a:buClr>
                <a:srgbClr val="000000"/>
              </a:buClr>
              <a:buSzPct val="75000"/>
              <a:buFont typeface="Symbol" charset="2"/>
              <a:buChar char=""/>
            </a:pPr>
            <a:r>
              <a:rPr b="0" lang="en-US" sz="6480" strike="noStrike" u="none">
                <a:solidFill>
                  <a:schemeClr val="dk1"/>
                </a:solidFill>
                <a:effectLst/>
                <a:uFillTx/>
                <a:latin typeface="Calibri"/>
              </a:rPr>
              <a:t>Fourth Outline Level</a:t>
            </a:r>
            <a:endParaRPr b="0" lang="en-US" sz="6480" strike="noStrike" u="none">
              <a:solidFill>
                <a:schemeClr val="dk1"/>
              </a:solidFill>
              <a:effectLst/>
              <a:uFillTx/>
              <a:latin typeface="Calibri"/>
            </a:endParaRPr>
          </a:p>
          <a:p>
            <a:pPr lvl="4" marL="2160000" indent="-216000">
              <a:lnSpc>
                <a:spcPct val="90000"/>
              </a:lnSpc>
              <a:spcBef>
                <a:spcPts val="283"/>
              </a:spcBef>
              <a:buClr>
                <a:srgbClr val="000000"/>
              </a:buClr>
              <a:buSzPct val="45000"/>
              <a:buFont typeface="Wingdings" charset="2"/>
              <a:buChar char=""/>
            </a:pPr>
            <a:r>
              <a:rPr b="0" lang="en-US" sz="2000" strike="noStrike" u="none">
                <a:solidFill>
                  <a:schemeClr val="dk1"/>
                </a:solidFill>
                <a:effectLst/>
                <a:uFillTx/>
                <a:latin typeface="Calibri"/>
              </a:rPr>
              <a:t>Fifth Outline Level</a:t>
            </a:r>
            <a:endParaRPr b="0" lang="en-US" sz="2000" strike="noStrike" u="none">
              <a:solidFill>
                <a:schemeClr val="dk1"/>
              </a:solidFill>
              <a:effectLst/>
              <a:uFillTx/>
              <a:latin typeface="Calibri"/>
            </a:endParaRPr>
          </a:p>
          <a:p>
            <a:pPr lvl="5" marL="2592000" indent="-216000">
              <a:lnSpc>
                <a:spcPct val="90000"/>
              </a:lnSpc>
              <a:spcBef>
                <a:spcPts val="283"/>
              </a:spcBef>
              <a:buClr>
                <a:srgbClr val="000000"/>
              </a:buClr>
              <a:buSzPct val="45000"/>
              <a:buFont typeface="Wingdings" charset="2"/>
              <a:buChar char=""/>
            </a:pPr>
            <a:r>
              <a:rPr b="0" lang="en-US" sz="2000" strike="noStrike" u="none">
                <a:solidFill>
                  <a:schemeClr val="dk1"/>
                </a:solidFill>
                <a:effectLst/>
                <a:uFillTx/>
                <a:latin typeface="Calibri"/>
              </a:rPr>
              <a:t>Sixth Outline Level</a:t>
            </a:r>
            <a:endParaRPr b="0" lang="en-US" sz="2000" strike="noStrike" u="none">
              <a:solidFill>
                <a:schemeClr val="dk1"/>
              </a:solidFill>
              <a:effectLst/>
              <a:uFillTx/>
              <a:latin typeface="Calibri"/>
            </a:endParaRPr>
          </a:p>
          <a:p>
            <a:pPr lvl="6" marL="3024000" indent="-216000">
              <a:lnSpc>
                <a:spcPct val="90000"/>
              </a:lnSpc>
              <a:spcBef>
                <a:spcPts val="283"/>
              </a:spcBef>
              <a:buClr>
                <a:srgbClr val="000000"/>
              </a:buClr>
              <a:buSzPct val="45000"/>
              <a:buFont typeface="Wingdings" charset="2"/>
              <a:buChar char=""/>
            </a:pPr>
            <a:r>
              <a:rPr b="0" lang="en-US" sz="2000" strike="noStrike" u="none">
                <a:solidFill>
                  <a:schemeClr val="dk1"/>
                </a:solidFill>
                <a:effectLst/>
                <a:uFillTx/>
                <a:latin typeface="Calibri"/>
              </a:rPr>
              <a:t>Seventh Outline Level</a:t>
            </a:r>
            <a:endParaRPr b="0" lang="en-US" sz="2000" strike="noStrike" u="none">
              <a:solidFill>
                <a:schemeClr val="dk1"/>
              </a:solidFill>
              <a:effectLst/>
              <a:uFillTx/>
              <a:latin typeface="Calibri"/>
            </a:endParaRPr>
          </a:p>
        </p:txBody>
      </p:sp>
    </p:spTree>
  </p:cSld>
  <p:clrMap bg1="lt1" tx1="dk1" bg2="lt2" tx2="dk2" accent1="accent1" accent2="accent2" accent3="accent3" accent4="accent4" accent5="accent5" accent6="accent6" hlink="hlink" folHlink="folHlink"/>
  <p:sldLayoutIdLst>
    <p:sldLayoutId id="2147483649" r:id="rId2"/>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7" name="PlaceHolder 1"/>
          <p:cNvSpPr>
            <a:spLocks noGrp="1"/>
          </p:cNvSpPr>
          <p:nvPr>
            <p:ph type="title"/>
          </p:nvPr>
        </p:nvSpPr>
        <p:spPr>
          <a:xfrm>
            <a:off x="2263320" y="2336760"/>
            <a:ext cx="28391760" cy="8483400"/>
          </a:xfrm>
          <a:prstGeom prst="rect">
            <a:avLst/>
          </a:prstGeom>
          <a:noFill/>
          <a:ln w="0">
            <a:noFill/>
          </a:ln>
        </p:spPr>
        <p:txBody>
          <a:bodyPr lIns="91440" rIns="91440" tIns="45720" bIns="45720" anchor="ctr">
            <a:noAutofit/>
          </a:bodyPr>
          <a:p>
            <a:pPr indent="0" defTabSz="3291840">
              <a:lnSpc>
                <a:spcPct val="90000"/>
              </a:lnSpc>
              <a:buNone/>
            </a:pPr>
            <a:r>
              <a:rPr b="0" lang="en-US" sz="15839" strike="noStrike" u="none">
                <a:solidFill>
                  <a:schemeClr val="dk1"/>
                </a:solidFill>
                <a:effectLst/>
                <a:uFillTx/>
                <a:latin typeface="Calibri Light"/>
              </a:rPr>
              <a:t>Click to edit Master title style</a:t>
            </a:r>
            <a:endParaRPr b="0" lang="en-US" sz="15839" strike="noStrike" u="none">
              <a:solidFill>
                <a:schemeClr val="dk1"/>
              </a:solidFill>
              <a:effectLst/>
              <a:uFillTx/>
              <a:latin typeface="Calibri"/>
            </a:endParaRPr>
          </a:p>
        </p:txBody>
      </p:sp>
      <p:sp>
        <p:nvSpPr>
          <p:cNvPr id="8" name="PlaceHolder 2"/>
          <p:cNvSpPr>
            <a:spLocks noGrp="1"/>
          </p:cNvSpPr>
          <p:nvPr>
            <p:ph type="body"/>
          </p:nvPr>
        </p:nvSpPr>
        <p:spPr>
          <a:xfrm>
            <a:off x="2263320" y="11684160"/>
            <a:ext cx="28391760" cy="27848160"/>
          </a:xfrm>
          <a:prstGeom prst="rect">
            <a:avLst/>
          </a:prstGeom>
          <a:noFill/>
          <a:ln w="0">
            <a:noFill/>
          </a:ln>
        </p:spPr>
        <p:txBody>
          <a:bodyPr lIns="91440" rIns="91440" tIns="45720" bIns="45720" anchor="t" vert="eaVert">
            <a:noAutofit/>
          </a:bodyPr>
          <a:p>
            <a:pPr marL="432000" indent="-324000" defTabSz="3291840">
              <a:lnSpc>
                <a:spcPct val="90000"/>
              </a:lnSpc>
              <a:spcBef>
                <a:spcPts val="3600"/>
              </a:spcBef>
              <a:buClr>
                <a:srgbClr val="000000"/>
              </a:buClr>
              <a:buSzPct val="45000"/>
              <a:buFont typeface="Wingdings" charset="2"/>
              <a:buChar char=""/>
            </a:pPr>
            <a:r>
              <a:rPr b="0" lang="en-US" sz="10080" strike="noStrike" u="none">
                <a:solidFill>
                  <a:schemeClr val="dk1"/>
                </a:solidFill>
                <a:effectLst/>
                <a:uFillTx/>
                <a:latin typeface="Calibri"/>
              </a:rPr>
              <a:t>Click to edit Master text styles</a:t>
            </a:r>
            <a:endParaRPr b="0" lang="en-US" sz="10080" strike="noStrike" u="none">
              <a:solidFill>
                <a:schemeClr val="dk1"/>
              </a:solidFill>
              <a:effectLst/>
              <a:uFillTx/>
              <a:latin typeface="Calibri"/>
            </a:endParaRPr>
          </a:p>
          <a:p>
            <a:pPr lvl="1" marL="864000" indent="-324000" defTabSz="3291840">
              <a:lnSpc>
                <a:spcPct val="90000"/>
              </a:lnSpc>
              <a:spcBef>
                <a:spcPts val="1800"/>
              </a:spcBef>
              <a:buClr>
                <a:srgbClr val="000000"/>
              </a:buClr>
              <a:buSzPct val="75000"/>
              <a:buFont typeface="Symbol" charset="2"/>
              <a:buChar char=""/>
            </a:pPr>
            <a:r>
              <a:rPr b="0" lang="en-US" sz="8640" strike="noStrike" u="none">
                <a:solidFill>
                  <a:schemeClr val="dk1"/>
                </a:solidFill>
                <a:effectLst/>
                <a:uFillTx/>
                <a:latin typeface="Calibri"/>
              </a:rPr>
              <a:t>Second level</a:t>
            </a:r>
            <a:endParaRPr b="0" lang="en-US" sz="8640" strike="noStrike" u="none">
              <a:solidFill>
                <a:schemeClr val="dk1"/>
              </a:solidFill>
              <a:effectLst/>
              <a:uFillTx/>
              <a:latin typeface="Calibri"/>
            </a:endParaRPr>
          </a:p>
          <a:p>
            <a:pPr lvl="2" marL="1296000" indent="-288000" defTabSz="3291840">
              <a:lnSpc>
                <a:spcPct val="90000"/>
              </a:lnSpc>
              <a:spcBef>
                <a:spcPts val="1800"/>
              </a:spcBef>
              <a:buClr>
                <a:srgbClr val="000000"/>
              </a:buClr>
              <a:buSzPct val="45000"/>
              <a:buFont typeface="Wingdings" charset="2"/>
              <a:buChar char=""/>
            </a:pPr>
            <a:r>
              <a:rPr b="0" lang="en-US" sz="7200" strike="noStrike" u="none">
                <a:solidFill>
                  <a:schemeClr val="dk1"/>
                </a:solidFill>
                <a:effectLst/>
                <a:uFillTx/>
                <a:latin typeface="Calibri"/>
              </a:rPr>
              <a:t>Third level</a:t>
            </a:r>
            <a:endParaRPr b="0" lang="en-US" sz="7200" strike="noStrike" u="none">
              <a:solidFill>
                <a:schemeClr val="dk1"/>
              </a:solidFill>
              <a:effectLst/>
              <a:uFillTx/>
              <a:latin typeface="Calibri"/>
            </a:endParaRPr>
          </a:p>
          <a:p>
            <a:pPr lvl="3" marL="1728000" indent="-216000" defTabSz="3291840">
              <a:lnSpc>
                <a:spcPct val="90000"/>
              </a:lnSpc>
              <a:spcBef>
                <a:spcPts val="1800"/>
              </a:spcBef>
              <a:buClr>
                <a:srgbClr val="000000"/>
              </a:buClr>
              <a:buSzPct val="75000"/>
              <a:buFont typeface="Symbol" charset="2"/>
              <a:buChar char=""/>
            </a:pPr>
            <a:r>
              <a:rPr b="0" lang="en-US" sz="6480" strike="noStrike" u="none">
                <a:solidFill>
                  <a:schemeClr val="dk1"/>
                </a:solidFill>
                <a:effectLst/>
                <a:uFillTx/>
                <a:latin typeface="Calibri"/>
              </a:rPr>
              <a:t>Fourth level</a:t>
            </a:r>
            <a:endParaRPr b="0" lang="en-US" sz="6480" strike="noStrike" u="none">
              <a:solidFill>
                <a:schemeClr val="dk1"/>
              </a:solidFill>
              <a:effectLst/>
              <a:uFillTx/>
              <a:latin typeface="Calibri"/>
            </a:endParaRPr>
          </a:p>
          <a:p>
            <a:pPr lvl="4" marL="2160000" indent="-216000" defTabSz="3291840">
              <a:lnSpc>
                <a:spcPct val="90000"/>
              </a:lnSpc>
              <a:spcBef>
                <a:spcPts val="1800"/>
              </a:spcBef>
              <a:buClr>
                <a:srgbClr val="000000"/>
              </a:buClr>
              <a:buSzPct val="45000"/>
              <a:buFont typeface="Wingdings" charset="2"/>
              <a:buChar char=""/>
            </a:pPr>
            <a:r>
              <a:rPr b="0" lang="en-US" sz="6480" strike="noStrike" u="none">
                <a:solidFill>
                  <a:schemeClr val="dk1"/>
                </a:solidFill>
                <a:effectLst/>
                <a:uFillTx/>
                <a:latin typeface="Calibri"/>
              </a:rPr>
              <a:t>Fifth level</a:t>
            </a:r>
            <a:endParaRPr b="0" lang="en-US" sz="6480" strike="noStrike" u="none">
              <a:solidFill>
                <a:schemeClr val="dk1"/>
              </a:solidFill>
              <a:effectLst/>
              <a:uFillTx/>
              <a:latin typeface="Calibri"/>
            </a:endParaRPr>
          </a:p>
        </p:txBody>
      </p:sp>
      <p:sp>
        <p:nvSpPr>
          <p:cNvPr id="9" name="PlaceHolder 3"/>
          <p:cNvSpPr>
            <a:spLocks noGrp="1"/>
          </p:cNvSpPr>
          <p:nvPr>
            <p:ph type="dt" idx="4"/>
          </p:nvPr>
        </p:nvSpPr>
        <p:spPr>
          <a:xfrm>
            <a:off x="2263320" y="40680720"/>
            <a:ext cx="7406280" cy="2336400"/>
          </a:xfrm>
          <a:prstGeom prst="rect">
            <a:avLst/>
          </a:prstGeom>
          <a:noFill/>
          <a:ln w="0">
            <a:noFill/>
          </a:ln>
        </p:spPr>
        <p:txBody>
          <a:bodyPr lIns="91440" rIns="91440" tIns="45720" bIns="45720" anchor="ctr">
            <a:noAutofit/>
          </a:bodyPr>
          <a:lstStyle>
            <a:lvl1pPr indent="0" defTabSz="3686760">
              <a:lnSpc>
                <a:spcPct val="100000"/>
              </a:lnSpc>
              <a:buNone/>
              <a:defRPr b="0" lang="en-US" sz="4320" strike="noStrike" u="none">
                <a:solidFill>
                  <a:schemeClr val="dk1">
                    <a:tint val="75000"/>
                  </a:schemeClr>
                </a:solidFill>
                <a:effectLst/>
                <a:uFillTx/>
                <a:latin typeface="Calibri"/>
              </a:defRPr>
            </a:lvl1pPr>
          </a:lstStyle>
          <a:p>
            <a:pPr indent="0" defTabSz="3686760">
              <a:lnSpc>
                <a:spcPct val="100000"/>
              </a:lnSpc>
              <a:buNone/>
            </a:pPr>
            <a:r>
              <a:rPr b="0" lang="en-US" sz="4320" strike="noStrike" u="none">
                <a:solidFill>
                  <a:schemeClr val="dk1">
                    <a:tint val="75000"/>
                  </a:schemeClr>
                </a:solidFill>
                <a:effectLst/>
                <a:uFillTx/>
                <a:latin typeface="Calibri"/>
              </a:rPr>
              <a:t>&lt;date/time&gt;</a:t>
            </a:r>
            <a:endParaRPr b="0" lang="en-US" sz="4320" strike="noStrike" u="none">
              <a:solidFill>
                <a:srgbClr val="000000"/>
              </a:solidFill>
              <a:effectLst/>
              <a:uFillTx/>
              <a:latin typeface="Times New Roman"/>
            </a:endParaRPr>
          </a:p>
        </p:txBody>
      </p:sp>
      <p:sp>
        <p:nvSpPr>
          <p:cNvPr id="10" name="PlaceHolder 4"/>
          <p:cNvSpPr>
            <a:spLocks noGrp="1"/>
          </p:cNvSpPr>
          <p:nvPr>
            <p:ph type="ftr" idx="5"/>
          </p:nvPr>
        </p:nvSpPr>
        <p:spPr>
          <a:xfrm>
            <a:off x="10904400" y="40680720"/>
            <a:ext cx="11109600" cy="2336400"/>
          </a:xfrm>
          <a:prstGeom prst="rect">
            <a:avLst/>
          </a:prstGeom>
          <a:noFill/>
          <a:ln w="0">
            <a:noFill/>
          </a:ln>
        </p:spPr>
        <p:txBody>
          <a:bodyPr lIns="91440" rIns="91440" tIns="45720" bIns="45720" anchor="ctr">
            <a:noAutofit/>
          </a:bodyPr>
          <a:lstStyle>
            <a:lvl1pPr indent="0" algn="ctr">
              <a:buNone/>
              <a:defRPr b="0" lang="en-US" sz="1400" strike="noStrike" u="none">
                <a:solidFill>
                  <a:srgbClr val="000000"/>
                </a:solidFill>
                <a:effectLst/>
                <a:uFillTx/>
                <a:latin typeface="Times New Roman"/>
              </a:defRPr>
            </a:lvl1pPr>
          </a:lstStyle>
          <a:p>
            <a:pPr indent="0" algn="ctr">
              <a:buNone/>
            </a:pPr>
            <a:r>
              <a:rPr b="0" lang="en-US" sz="1400" strike="noStrike" u="none">
                <a:solidFill>
                  <a:srgbClr val="000000"/>
                </a:solidFill>
                <a:effectLst/>
                <a:uFillTx/>
                <a:latin typeface="Times New Roman"/>
              </a:rPr>
              <a:t>&lt;footer&gt;</a:t>
            </a:r>
            <a:endParaRPr b="0" lang="en-US" sz="1400" strike="noStrike" u="none">
              <a:solidFill>
                <a:srgbClr val="000000"/>
              </a:solidFill>
              <a:effectLst/>
              <a:uFillTx/>
              <a:latin typeface="Times New Roman"/>
            </a:endParaRPr>
          </a:p>
        </p:txBody>
      </p:sp>
      <p:sp>
        <p:nvSpPr>
          <p:cNvPr id="11" name="PlaceHolder 5"/>
          <p:cNvSpPr>
            <a:spLocks noGrp="1"/>
          </p:cNvSpPr>
          <p:nvPr>
            <p:ph type="sldNum" idx="6"/>
          </p:nvPr>
        </p:nvSpPr>
        <p:spPr>
          <a:xfrm>
            <a:off x="23248800" y="40680720"/>
            <a:ext cx="7406280" cy="2336400"/>
          </a:xfrm>
          <a:prstGeom prst="rect">
            <a:avLst/>
          </a:prstGeom>
          <a:noFill/>
          <a:ln w="0">
            <a:noFill/>
          </a:ln>
        </p:spPr>
        <p:txBody>
          <a:bodyPr lIns="91440" rIns="91440" tIns="45720" bIns="45720" anchor="ctr">
            <a:noAutofit/>
          </a:bodyPr>
          <a:lstStyle>
            <a:lvl1pPr indent="0" algn="r" defTabSz="3686760">
              <a:lnSpc>
                <a:spcPct val="100000"/>
              </a:lnSpc>
              <a:buNone/>
              <a:defRPr b="0" lang="en-US" sz="4320" strike="noStrike" u="none">
                <a:solidFill>
                  <a:schemeClr val="dk1">
                    <a:tint val="75000"/>
                  </a:schemeClr>
                </a:solidFill>
                <a:effectLst/>
                <a:uFillTx/>
                <a:latin typeface="Calibri"/>
              </a:defRPr>
            </a:lvl1pPr>
          </a:lstStyle>
          <a:p>
            <a:pPr indent="0" algn="r" defTabSz="3686760">
              <a:lnSpc>
                <a:spcPct val="100000"/>
              </a:lnSpc>
              <a:buNone/>
            </a:pPr>
            <a:fld id="{5323C254-255E-4F9A-9B80-950FA50609F0}" type="slidenum">
              <a:rPr b="0" lang="en-US" sz="4320" strike="noStrike" u="none">
                <a:solidFill>
                  <a:schemeClr val="dk1">
                    <a:tint val="75000"/>
                  </a:schemeClr>
                </a:solidFill>
                <a:effectLst/>
                <a:uFillTx/>
                <a:latin typeface="Calibri"/>
              </a:rPr>
              <a:t>&lt;number&gt;</a:t>
            </a:fld>
            <a:endParaRPr b="0" lang="en-US" sz="4320" strike="noStrike" u="none">
              <a:solidFill>
                <a:srgbClr val="000000"/>
              </a:solidFill>
              <a:effectLst/>
              <a:uFillTx/>
              <a:latin typeface="Times New Roman"/>
            </a:endParaRPr>
          </a:p>
        </p:txBody>
      </p:sp>
    </p:spTree>
  </p:cSld>
  <p:clrMap bg1="lt1" tx1="dk1" bg2="lt2" tx2="dk2" accent1="accent1" accent2="accent2" accent3="accent3" accent4="accent4" accent5="accent5" accent6="accent6" hlink="hlink" folHlink="folHlink"/>
  <p:sldLayoutIdLst/>
</p:sldMaster>
</file>

<file path=ppt/slideMasters/slideMaster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2" name="PlaceHolder 1"/>
          <p:cNvSpPr>
            <a:spLocks noGrp="1"/>
          </p:cNvSpPr>
          <p:nvPr>
            <p:ph type="title"/>
          </p:nvPr>
        </p:nvSpPr>
        <p:spPr>
          <a:xfrm>
            <a:off x="23557320" y="2336760"/>
            <a:ext cx="7097760" cy="37195560"/>
          </a:xfrm>
          <a:prstGeom prst="rect">
            <a:avLst/>
          </a:prstGeom>
          <a:noFill/>
          <a:ln w="0">
            <a:noFill/>
          </a:ln>
        </p:spPr>
        <p:txBody>
          <a:bodyPr lIns="91440" rIns="91440" tIns="45720" bIns="45720" anchor="t" anchorCtr="1" vert="eaVert">
            <a:noAutofit/>
          </a:bodyPr>
          <a:p>
            <a:pPr indent="0" defTabSz="3291840">
              <a:lnSpc>
                <a:spcPct val="90000"/>
              </a:lnSpc>
              <a:buNone/>
            </a:pPr>
            <a:r>
              <a:rPr b="0" lang="en-US" sz="15839" strike="noStrike" u="none">
                <a:solidFill>
                  <a:schemeClr val="dk1"/>
                </a:solidFill>
                <a:effectLst/>
                <a:uFillTx/>
                <a:latin typeface="Calibri Light"/>
              </a:rPr>
              <a:t>Click to edit Master title style</a:t>
            </a:r>
            <a:endParaRPr b="0" lang="en-US" sz="15839" strike="noStrike" u="none">
              <a:solidFill>
                <a:schemeClr val="dk1"/>
              </a:solidFill>
              <a:effectLst/>
              <a:uFillTx/>
              <a:latin typeface="Calibri"/>
            </a:endParaRPr>
          </a:p>
        </p:txBody>
      </p:sp>
      <p:sp>
        <p:nvSpPr>
          <p:cNvPr id="13" name="PlaceHolder 2"/>
          <p:cNvSpPr>
            <a:spLocks noGrp="1"/>
          </p:cNvSpPr>
          <p:nvPr>
            <p:ph type="body"/>
          </p:nvPr>
        </p:nvSpPr>
        <p:spPr>
          <a:xfrm>
            <a:off x="2263320" y="2336760"/>
            <a:ext cx="20882160" cy="37195560"/>
          </a:xfrm>
          <a:prstGeom prst="rect">
            <a:avLst/>
          </a:prstGeom>
          <a:noFill/>
          <a:ln w="0">
            <a:noFill/>
          </a:ln>
        </p:spPr>
        <p:txBody>
          <a:bodyPr lIns="91440" rIns="91440" tIns="45720" bIns="45720" anchor="t" vert="eaVert">
            <a:noAutofit/>
          </a:bodyPr>
          <a:p>
            <a:pPr marL="432000" indent="-324000" defTabSz="3291840">
              <a:lnSpc>
                <a:spcPct val="90000"/>
              </a:lnSpc>
              <a:spcBef>
                <a:spcPts val="3600"/>
              </a:spcBef>
              <a:buClr>
                <a:srgbClr val="000000"/>
              </a:buClr>
              <a:buSzPct val="45000"/>
              <a:buFont typeface="Wingdings" charset="2"/>
              <a:buChar char=""/>
            </a:pPr>
            <a:r>
              <a:rPr b="0" lang="en-US" sz="10080" strike="noStrike" u="none">
                <a:solidFill>
                  <a:schemeClr val="dk1"/>
                </a:solidFill>
                <a:effectLst/>
                <a:uFillTx/>
                <a:latin typeface="Calibri"/>
              </a:rPr>
              <a:t>Click to edit Master text styles</a:t>
            </a:r>
            <a:endParaRPr b="0" lang="en-US" sz="10080" strike="noStrike" u="none">
              <a:solidFill>
                <a:schemeClr val="dk1"/>
              </a:solidFill>
              <a:effectLst/>
              <a:uFillTx/>
              <a:latin typeface="Calibri"/>
            </a:endParaRPr>
          </a:p>
          <a:p>
            <a:pPr lvl="1" marL="864000" indent="-324000" defTabSz="3291840">
              <a:lnSpc>
                <a:spcPct val="90000"/>
              </a:lnSpc>
              <a:spcBef>
                <a:spcPts val="1800"/>
              </a:spcBef>
              <a:buClr>
                <a:srgbClr val="000000"/>
              </a:buClr>
              <a:buSzPct val="75000"/>
              <a:buFont typeface="Symbol" charset="2"/>
              <a:buChar char=""/>
            </a:pPr>
            <a:r>
              <a:rPr b="0" lang="en-US" sz="8640" strike="noStrike" u="none">
                <a:solidFill>
                  <a:schemeClr val="dk1"/>
                </a:solidFill>
                <a:effectLst/>
                <a:uFillTx/>
                <a:latin typeface="Calibri"/>
              </a:rPr>
              <a:t>Second level</a:t>
            </a:r>
            <a:endParaRPr b="0" lang="en-US" sz="8640" strike="noStrike" u="none">
              <a:solidFill>
                <a:schemeClr val="dk1"/>
              </a:solidFill>
              <a:effectLst/>
              <a:uFillTx/>
              <a:latin typeface="Calibri"/>
            </a:endParaRPr>
          </a:p>
          <a:p>
            <a:pPr lvl="2" marL="1296000" indent="-288000" defTabSz="3291840">
              <a:lnSpc>
                <a:spcPct val="90000"/>
              </a:lnSpc>
              <a:spcBef>
                <a:spcPts val="1800"/>
              </a:spcBef>
              <a:buClr>
                <a:srgbClr val="000000"/>
              </a:buClr>
              <a:buSzPct val="45000"/>
              <a:buFont typeface="Wingdings" charset="2"/>
              <a:buChar char=""/>
            </a:pPr>
            <a:r>
              <a:rPr b="0" lang="en-US" sz="7200" strike="noStrike" u="none">
                <a:solidFill>
                  <a:schemeClr val="dk1"/>
                </a:solidFill>
                <a:effectLst/>
                <a:uFillTx/>
                <a:latin typeface="Calibri"/>
              </a:rPr>
              <a:t>Third level</a:t>
            </a:r>
            <a:endParaRPr b="0" lang="en-US" sz="7200" strike="noStrike" u="none">
              <a:solidFill>
                <a:schemeClr val="dk1"/>
              </a:solidFill>
              <a:effectLst/>
              <a:uFillTx/>
              <a:latin typeface="Calibri"/>
            </a:endParaRPr>
          </a:p>
          <a:p>
            <a:pPr lvl="3" marL="1728000" indent="-216000" defTabSz="3291840">
              <a:lnSpc>
                <a:spcPct val="90000"/>
              </a:lnSpc>
              <a:spcBef>
                <a:spcPts val="1800"/>
              </a:spcBef>
              <a:buClr>
                <a:srgbClr val="000000"/>
              </a:buClr>
              <a:buSzPct val="75000"/>
              <a:buFont typeface="Symbol" charset="2"/>
              <a:buChar char=""/>
            </a:pPr>
            <a:r>
              <a:rPr b="0" lang="en-US" sz="6480" strike="noStrike" u="none">
                <a:solidFill>
                  <a:schemeClr val="dk1"/>
                </a:solidFill>
                <a:effectLst/>
                <a:uFillTx/>
                <a:latin typeface="Calibri"/>
              </a:rPr>
              <a:t>Fourth level</a:t>
            </a:r>
            <a:endParaRPr b="0" lang="en-US" sz="6480" strike="noStrike" u="none">
              <a:solidFill>
                <a:schemeClr val="dk1"/>
              </a:solidFill>
              <a:effectLst/>
              <a:uFillTx/>
              <a:latin typeface="Calibri"/>
            </a:endParaRPr>
          </a:p>
          <a:p>
            <a:pPr lvl="4" marL="2160000" indent="-216000" defTabSz="3291840">
              <a:lnSpc>
                <a:spcPct val="90000"/>
              </a:lnSpc>
              <a:spcBef>
                <a:spcPts val="1800"/>
              </a:spcBef>
              <a:buClr>
                <a:srgbClr val="000000"/>
              </a:buClr>
              <a:buSzPct val="45000"/>
              <a:buFont typeface="Wingdings" charset="2"/>
              <a:buChar char=""/>
            </a:pPr>
            <a:r>
              <a:rPr b="0" lang="en-US" sz="6480" strike="noStrike" u="none">
                <a:solidFill>
                  <a:schemeClr val="dk1"/>
                </a:solidFill>
                <a:effectLst/>
                <a:uFillTx/>
                <a:latin typeface="Calibri"/>
              </a:rPr>
              <a:t>Fifth level</a:t>
            </a:r>
            <a:endParaRPr b="0" lang="en-US" sz="6480" strike="noStrike" u="none">
              <a:solidFill>
                <a:schemeClr val="dk1"/>
              </a:solidFill>
              <a:effectLst/>
              <a:uFillTx/>
              <a:latin typeface="Calibri"/>
            </a:endParaRPr>
          </a:p>
        </p:txBody>
      </p:sp>
      <p:sp>
        <p:nvSpPr>
          <p:cNvPr id="14" name="PlaceHolder 3"/>
          <p:cNvSpPr>
            <a:spLocks noGrp="1"/>
          </p:cNvSpPr>
          <p:nvPr>
            <p:ph type="dt" idx="7"/>
          </p:nvPr>
        </p:nvSpPr>
        <p:spPr>
          <a:xfrm>
            <a:off x="2263320" y="40680720"/>
            <a:ext cx="7406280" cy="2336400"/>
          </a:xfrm>
          <a:prstGeom prst="rect">
            <a:avLst/>
          </a:prstGeom>
          <a:noFill/>
          <a:ln w="0">
            <a:noFill/>
          </a:ln>
        </p:spPr>
        <p:txBody>
          <a:bodyPr lIns="91440" rIns="91440" tIns="45720" bIns="45720" anchor="ctr">
            <a:noAutofit/>
          </a:bodyPr>
          <a:lstStyle>
            <a:lvl1pPr indent="0" defTabSz="3686760">
              <a:lnSpc>
                <a:spcPct val="100000"/>
              </a:lnSpc>
              <a:buNone/>
              <a:defRPr b="0" lang="en-US" sz="4320" strike="noStrike" u="none">
                <a:solidFill>
                  <a:schemeClr val="dk1">
                    <a:tint val="75000"/>
                  </a:schemeClr>
                </a:solidFill>
                <a:effectLst/>
                <a:uFillTx/>
                <a:latin typeface="Calibri"/>
              </a:defRPr>
            </a:lvl1pPr>
          </a:lstStyle>
          <a:p>
            <a:pPr indent="0" defTabSz="3686760">
              <a:lnSpc>
                <a:spcPct val="100000"/>
              </a:lnSpc>
              <a:buNone/>
            </a:pPr>
            <a:r>
              <a:rPr b="0" lang="en-US" sz="4320" strike="noStrike" u="none">
                <a:solidFill>
                  <a:schemeClr val="dk1">
                    <a:tint val="75000"/>
                  </a:schemeClr>
                </a:solidFill>
                <a:effectLst/>
                <a:uFillTx/>
                <a:latin typeface="Calibri"/>
              </a:rPr>
              <a:t>&lt;date/time&gt;</a:t>
            </a:r>
            <a:endParaRPr b="0" lang="en-US" sz="4320" strike="noStrike" u="none">
              <a:solidFill>
                <a:srgbClr val="000000"/>
              </a:solidFill>
              <a:effectLst/>
              <a:uFillTx/>
              <a:latin typeface="Times New Roman"/>
            </a:endParaRPr>
          </a:p>
        </p:txBody>
      </p:sp>
      <p:sp>
        <p:nvSpPr>
          <p:cNvPr id="15" name="PlaceHolder 4"/>
          <p:cNvSpPr>
            <a:spLocks noGrp="1"/>
          </p:cNvSpPr>
          <p:nvPr>
            <p:ph type="ftr" idx="8"/>
          </p:nvPr>
        </p:nvSpPr>
        <p:spPr>
          <a:xfrm>
            <a:off x="10904400" y="40680720"/>
            <a:ext cx="11109600" cy="2336400"/>
          </a:xfrm>
          <a:prstGeom prst="rect">
            <a:avLst/>
          </a:prstGeom>
          <a:noFill/>
          <a:ln w="0">
            <a:noFill/>
          </a:ln>
        </p:spPr>
        <p:txBody>
          <a:bodyPr lIns="91440" rIns="91440" tIns="45720" bIns="45720" anchor="ctr">
            <a:noAutofit/>
          </a:bodyPr>
          <a:lstStyle>
            <a:lvl1pPr indent="0" algn="ctr">
              <a:buNone/>
              <a:defRPr b="0" lang="en-US" sz="1400" strike="noStrike" u="none">
                <a:solidFill>
                  <a:srgbClr val="000000"/>
                </a:solidFill>
                <a:effectLst/>
                <a:uFillTx/>
                <a:latin typeface="Times New Roman"/>
              </a:defRPr>
            </a:lvl1pPr>
          </a:lstStyle>
          <a:p>
            <a:pPr indent="0" algn="ctr">
              <a:buNone/>
            </a:pPr>
            <a:r>
              <a:rPr b="0" lang="en-US" sz="1400" strike="noStrike" u="none">
                <a:solidFill>
                  <a:srgbClr val="000000"/>
                </a:solidFill>
                <a:effectLst/>
                <a:uFillTx/>
                <a:latin typeface="Times New Roman"/>
              </a:rPr>
              <a:t>&lt;footer&gt;</a:t>
            </a:r>
            <a:endParaRPr b="0" lang="en-US" sz="1400" strike="noStrike" u="none">
              <a:solidFill>
                <a:srgbClr val="000000"/>
              </a:solidFill>
              <a:effectLst/>
              <a:uFillTx/>
              <a:latin typeface="Times New Roman"/>
            </a:endParaRPr>
          </a:p>
        </p:txBody>
      </p:sp>
      <p:sp>
        <p:nvSpPr>
          <p:cNvPr id="16" name="PlaceHolder 5"/>
          <p:cNvSpPr>
            <a:spLocks noGrp="1"/>
          </p:cNvSpPr>
          <p:nvPr>
            <p:ph type="sldNum" idx="9"/>
          </p:nvPr>
        </p:nvSpPr>
        <p:spPr>
          <a:xfrm>
            <a:off x="23248800" y="40680720"/>
            <a:ext cx="7406280" cy="2336400"/>
          </a:xfrm>
          <a:prstGeom prst="rect">
            <a:avLst/>
          </a:prstGeom>
          <a:noFill/>
          <a:ln w="0">
            <a:noFill/>
          </a:ln>
        </p:spPr>
        <p:txBody>
          <a:bodyPr lIns="91440" rIns="91440" tIns="45720" bIns="45720" anchor="ctr">
            <a:noAutofit/>
          </a:bodyPr>
          <a:lstStyle>
            <a:lvl1pPr indent="0" algn="r" defTabSz="3686760">
              <a:lnSpc>
                <a:spcPct val="100000"/>
              </a:lnSpc>
              <a:buNone/>
              <a:defRPr b="0" lang="en-US" sz="4320" strike="noStrike" u="none">
                <a:solidFill>
                  <a:schemeClr val="dk1">
                    <a:tint val="75000"/>
                  </a:schemeClr>
                </a:solidFill>
                <a:effectLst/>
                <a:uFillTx/>
                <a:latin typeface="Calibri"/>
              </a:defRPr>
            </a:lvl1pPr>
          </a:lstStyle>
          <a:p>
            <a:pPr indent="0" algn="r" defTabSz="3686760">
              <a:lnSpc>
                <a:spcPct val="100000"/>
              </a:lnSpc>
              <a:buNone/>
            </a:pPr>
            <a:fld id="{C9444C3B-F4CF-41ED-9F12-446A5467C14E}" type="slidenum">
              <a:rPr b="0" lang="en-US" sz="4320" strike="noStrike" u="none">
                <a:solidFill>
                  <a:schemeClr val="dk1">
                    <a:tint val="75000"/>
                  </a:schemeClr>
                </a:solidFill>
                <a:effectLst/>
                <a:uFillTx/>
                <a:latin typeface="Calibri"/>
              </a:rPr>
              <a:t>&lt;number&gt;</a:t>
            </a:fld>
            <a:endParaRPr b="0" lang="en-US" sz="4320" strike="noStrike" u="none">
              <a:solidFill>
                <a:srgbClr val="000000"/>
              </a:solidFill>
              <a:effectLst/>
              <a:uFillTx/>
              <a:latin typeface="Times New Roman"/>
            </a:endParaRPr>
          </a:p>
        </p:txBody>
      </p:sp>
    </p:spTree>
  </p:cSld>
  <p:clrMap bg1="lt1" tx1="dk1" bg2="lt2" tx2="dk2" accent1="accent1" accent2="accent2" accent3="accent3" accent4="accent4" accent5="accent5" accent6="accent6" hlink="hlink" folHlink="folHlink"/>
  <p:sldLayoutIdLst/>
</p:sldMaster>
</file>

<file path=ppt/slideMasters/slideMaster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7" name="PlaceHolder 1"/>
          <p:cNvSpPr>
            <a:spLocks noGrp="1"/>
          </p:cNvSpPr>
          <p:nvPr>
            <p:ph type="title"/>
          </p:nvPr>
        </p:nvSpPr>
        <p:spPr>
          <a:xfrm>
            <a:off x="2263320" y="2336760"/>
            <a:ext cx="28391760" cy="8483400"/>
          </a:xfrm>
          <a:prstGeom prst="rect">
            <a:avLst/>
          </a:prstGeom>
          <a:noFill/>
          <a:ln w="0">
            <a:noFill/>
          </a:ln>
        </p:spPr>
        <p:txBody>
          <a:bodyPr lIns="91440" rIns="91440" tIns="45720" bIns="45720" anchor="ctr">
            <a:noAutofit/>
          </a:bodyPr>
          <a:p>
            <a:pPr indent="0" defTabSz="3291840">
              <a:lnSpc>
                <a:spcPct val="90000"/>
              </a:lnSpc>
              <a:buNone/>
            </a:pPr>
            <a:r>
              <a:rPr b="0" lang="en-US" sz="15839" strike="noStrike" u="none">
                <a:solidFill>
                  <a:schemeClr val="dk1"/>
                </a:solidFill>
                <a:effectLst/>
                <a:uFillTx/>
                <a:latin typeface="Calibri Light"/>
              </a:rPr>
              <a:t>Click to edit Master title style</a:t>
            </a:r>
            <a:endParaRPr b="0" lang="en-US" sz="15839" strike="noStrike" u="none">
              <a:solidFill>
                <a:schemeClr val="dk1"/>
              </a:solidFill>
              <a:effectLst/>
              <a:uFillTx/>
              <a:latin typeface="Calibri"/>
            </a:endParaRPr>
          </a:p>
        </p:txBody>
      </p:sp>
      <p:sp>
        <p:nvSpPr>
          <p:cNvPr id="18" name="PlaceHolder 2"/>
          <p:cNvSpPr>
            <a:spLocks noGrp="1"/>
          </p:cNvSpPr>
          <p:nvPr>
            <p:ph type="body"/>
          </p:nvPr>
        </p:nvSpPr>
        <p:spPr>
          <a:xfrm>
            <a:off x="2263320" y="11684160"/>
            <a:ext cx="28391760" cy="27848160"/>
          </a:xfrm>
          <a:prstGeom prst="rect">
            <a:avLst/>
          </a:prstGeom>
          <a:noFill/>
          <a:ln w="0">
            <a:noFill/>
          </a:ln>
        </p:spPr>
        <p:txBody>
          <a:bodyPr lIns="91440" rIns="91440" tIns="45720" bIns="45720" anchor="t">
            <a:noAutofit/>
          </a:bodyPr>
          <a:p>
            <a:pPr marL="432000" indent="-324000" defTabSz="3291840">
              <a:lnSpc>
                <a:spcPct val="90000"/>
              </a:lnSpc>
              <a:spcBef>
                <a:spcPts val="3600"/>
              </a:spcBef>
              <a:buClr>
                <a:srgbClr val="000000"/>
              </a:buClr>
              <a:buSzPct val="45000"/>
              <a:buFont typeface="Wingdings" charset="2"/>
              <a:buChar char=""/>
            </a:pPr>
            <a:r>
              <a:rPr b="0" lang="en-US" sz="10080" strike="noStrike" u="none">
                <a:solidFill>
                  <a:schemeClr val="dk1"/>
                </a:solidFill>
                <a:effectLst/>
                <a:uFillTx/>
                <a:latin typeface="Calibri"/>
              </a:rPr>
              <a:t>Click to edit Master text styles</a:t>
            </a:r>
            <a:endParaRPr b="0" lang="en-US" sz="10080" strike="noStrike" u="none">
              <a:solidFill>
                <a:schemeClr val="dk1"/>
              </a:solidFill>
              <a:effectLst/>
              <a:uFillTx/>
              <a:latin typeface="Calibri"/>
            </a:endParaRPr>
          </a:p>
          <a:p>
            <a:pPr lvl="1" marL="864000" indent="-324000" defTabSz="3291840">
              <a:lnSpc>
                <a:spcPct val="90000"/>
              </a:lnSpc>
              <a:spcBef>
                <a:spcPts val="1800"/>
              </a:spcBef>
              <a:buClr>
                <a:srgbClr val="000000"/>
              </a:buClr>
              <a:buSzPct val="75000"/>
              <a:buFont typeface="Symbol" charset="2"/>
              <a:buChar char=""/>
            </a:pPr>
            <a:r>
              <a:rPr b="0" lang="en-US" sz="8640" strike="noStrike" u="none">
                <a:solidFill>
                  <a:schemeClr val="dk1"/>
                </a:solidFill>
                <a:effectLst/>
                <a:uFillTx/>
                <a:latin typeface="Calibri"/>
              </a:rPr>
              <a:t>Second level</a:t>
            </a:r>
            <a:endParaRPr b="0" lang="en-US" sz="8640" strike="noStrike" u="none">
              <a:solidFill>
                <a:schemeClr val="dk1"/>
              </a:solidFill>
              <a:effectLst/>
              <a:uFillTx/>
              <a:latin typeface="Calibri"/>
            </a:endParaRPr>
          </a:p>
          <a:p>
            <a:pPr lvl="2" marL="1296000" indent="-288000" defTabSz="3291840">
              <a:lnSpc>
                <a:spcPct val="90000"/>
              </a:lnSpc>
              <a:spcBef>
                <a:spcPts val="1800"/>
              </a:spcBef>
              <a:buClr>
                <a:srgbClr val="000000"/>
              </a:buClr>
              <a:buSzPct val="45000"/>
              <a:buFont typeface="Wingdings" charset="2"/>
              <a:buChar char=""/>
            </a:pPr>
            <a:r>
              <a:rPr b="0" lang="en-US" sz="7200" strike="noStrike" u="none">
                <a:solidFill>
                  <a:schemeClr val="dk1"/>
                </a:solidFill>
                <a:effectLst/>
                <a:uFillTx/>
                <a:latin typeface="Calibri"/>
              </a:rPr>
              <a:t>Third level</a:t>
            </a:r>
            <a:endParaRPr b="0" lang="en-US" sz="7200" strike="noStrike" u="none">
              <a:solidFill>
                <a:schemeClr val="dk1"/>
              </a:solidFill>
              <a:effectLst/>
              <a:uFillTx/>
              <a:latin typeface="Calibri"/>
            </a:endParaRPr>
          </a:p>
          <a:p>
            <a:pPr lvl="3" marL="1728000" indent="-216000" defTabSz="3291840">
              <a:lnSpc>
                <a:spcPct val="90000"/>
              </a:lnSpc>
              <a:spcBef>
                <a:spcPts val="1800"/>
              </a:spcBef>
              <a:buClr>
                <a:srgbClr val="000000"/>
              </a:buClr>
              <a:buSzPct val="75000"/>
              <a:buFont typeface="Symbol" charset="2"/>
              <a:buChar char=""/>
            </a:pPr>
            <a:r>
              <a:rPr b="0" lang="en-US" sz="6480" strike="noStrike" u="none">
                <a:solidFill>
                  <a:schemeClr val="dk1"/>
                </a:solidFill>
                <a:effectLst/>
                <a:uFillTx/>
                <a:latin typeface="Calibri"/>
              </a:rPr>
              <a:t>Fourth level</a:t>
            </a:r>
            <a:endParaRPr b="0" lang="en-US" sz="6480" strike="noStrike" u="none">
              <a:solidFill>
                <a:schemeClr val="dk1"/>
              </a:solidFill>
              <a:effectLst/>
              <a:uFillTx/>
              <a:latin typeface="Calibri"/>
            </a:endParaRPr>
          </a:p>
          <a:p>
            <a:pPr lvl="4" marL="2160000" indent="-216000" defTabSz="3291840">
              <a:lnSpc>
                <a:spcPct val="90000"/>
              </a:lnSpc>
              <a:spcBef>
                <a:spcPts val="1800"/>
              </a:spcBef>
              <a:buClr>
                <a:srgbClr val="000000"/>
              </a:buClr>
              <a:buSzPct val="45000"/>
              <a:buFont typeface="Wingdings" charset="2"/>
              <a:buChar char=""/>
            </a:pPr>
            <a:r>
              <a:rPr b="0" lang="en-US" sz="6480" strike="noStrike" u="none">
                <a:solidFill>
                  <a:schemeClr val="dk1"/>
                </a:solidFill>
                <a:effectLst/>
                <a:uFillTx/>
                <a:latin typeface="Calibri"/>
              </a:rPr>
              <a:t>Fifth level</a:t>
            </a:r>
            <a:endParaRPr b="0" lang="en-US" sz="6480" strike="noStrike" u="none">
              <a:solidFill>
                <a:schemeClr val="dk1"/>
              </a:solidFill>
              <a:effectLst/>
              <a:uFillTx/>
              <a:latin typeface="Calibri"/>
            </a:endParaRPr>
          </a:p>
        </p:txBody>
      </p:sp>
      <p:sp>
        <p:nvSpPr>
          <p:cNvPr id="19" name="PlaceHolder 3"/>
          <p:cNvSpPr>
            <a:spLocks noGrp="1"/>
          </p:cNvSpPr>
          <p:nvPr>
            <p:ph type="dt" idx="10"/>
          </p:nvPr>
        </p:nvSpPr>
        <p:spPr>
          <a:xfrm>
            <a:off x="2263320" y="40680720"/>
            <a:ext cx="7406280" cy="2336400"/>
          </a:xfrm>
          <a:prstGeom prst="rect">
            <a:avLst/>
          </a:prstGeom>
          <a:noFill/>
          <a:ln w="0">
            <a:noFill/>
          </a:ln>
        </p:spPr>
        <p:txBody>
          <a:bodyPr lIns="91440" rIns="91440" tIns="45720" bIns="45720" anchor="ctr">
            <a:noAutofit/>
          </a:bodyPr>
          <a:lstStyle>
            <a:lvl1pPr indent="0" defTabSz="3686760">
              <a:lnSpc>
                <a:spcPct val="100000"/>
              </a:lnSpc>
              <a:buNone/>
              <a:defRPr b="0" lang="en-US" sz="4320" strike="noStrike" u="none">
                <a:solidFill>
                  <a:schemeClr val="dk1">
                    <a:tint val="75000"/>
                  </a:schemeClr>
                </a:solidFill>
                <a:effectLst/>
                <a:uFillTx/>
                <a:latin typeface="Calibri"/>
              </a:defRPr>
            </a:lvl1pPr>
          </a:lstStyle>
          <a:p>
            <a:pPr indent="0" defTabSz="3686760">
              <a:lnSpc>
                <a:spcPct val="100000"/>
              </a:lnSpc>
              <a:buNone/>
            </a:pPr>
            <a:r>
              <a:rPr b="0" lang="en-US" sz="4320" strike="noStrike" u="none">
                <a:solidFill>
                  <a:schemeClr val="dk1">
                    <a:tint val="75000"/>
                  </a:schemeClr>
                </a:solidFill>
                <a:effectLst/>
                <a:uFillTx/>
                <a:latin typeface="Calibri"/>
              </a:rPr>
              <a:t>&lt;date/time&gt;</a:t>
            </a:r>
            <a:endParaRPr b="0" lang="en-US" sz="4320" strike="noStrike" u="none">
              <a:solidFill>
                <a:srgbClr val="000000"/>
              </a:solidFill>
              <a:effectLst/>
              <a:uFillTx/>
              <a:latin typeface="Times New Roman"/>
            </a:endParaRPr>
          </a:p>
        </p:txBody>
      </p:sp>
      <p:sp>
        <p:nvSpPr>
          <p:cNvPr id="20" name="PlaceHolder 4"/>
          <p:cNvSpPr>
            <a:spLocks noGrp="1"/>
          </p:cNvSpPr>
          <p:nvPr>
            <p:ph type="ftr" idx="11"/>
          </p:nvPr>
        </p:nvSpPr>
        <p:spPr>
          <a:xfrm>
            <a:off x="10904400" y="40680720"/>
            <a:ext cx="11109600" cy="2336400"/>
          </a:xfrm>
          <a:prstGeom prst="rect">
            <a:avLst/>
          </a:prstGeom>
          <a:noFill/>
          <a:ln w="0">
            <a:noFill/>
          </a:ln>
        </p:spPr>
        <p:txBody>
          <a:bodyPr lIns="91440" rIns="91440" tIns="45720" bIns="45720" anchor="ctr">
            <a:noAutofit/>
          </a:bodyPr>
          <a:lstStyle>
            <a:lvl1pPr indent="0" algn="ctr">
              <a:buNone/>
              <a:defRPr b="0" lang="en-US" sz="1400" strike="noStrike" u="none">
                <a:solidFill>
                  <a:srgbClr val="000000"/>
                </a:solidFill>
                <a:effectLst/>
                <a:uFillTx/>
                <a:latin typeface="Times New Roman"/>
              </a:defRPr>
            </a:lvl1pPr>
          </a:lstStyle>
          <a:p>
            <a:pPr indent="0" algn="ctr">
              <a:buNone/>
            </a:pPr>
            <a:r>
              <a:rPr b="0" lang="en-US" sz="1400" strike="noStrike" u="none">
                <a:solidFill>
                  <a:srgbClr val="000000"/>
                </a:solidFill>
                <a:effectLst/>
                <a:uFillTx/>
                <a:latin typeface="Times New Roman"/>
              </a:rPr>
              <a:t>&lt;footer&gt;</a:t>
            </a:r>
            <a:endParaRPr b="0" lang="en-US" sz="1400" strike="noStrike" u="none">
              <a:solidFill>
                <a:srgbClr val="000000"/>
              </a:solidFill>
              <a:effectLst/>
              <a:uFillTx/>
              <a:latin typeface="Times New Roman"/>
            </a:endParaRPr>
          </a:p>
        </p:txBody>
      </p:sp>
      <p:sp>
        <p:nvSpPr>
          <p:cNvPr id="21" name="PlaceHolder 5"/>
          <p:cNvSpPr>
            <a:spLocks noGrp="1"/>
          </p:cNvSpPr>
          <p:nvPr>
            <p:ph type="sldNum" idx="12"/>
          </p:nvPr>
        </p:nvSpPr>
        <p:spPr>
          <a:xfrm>
            <a:off x="23248800" y="40680720"/>
            <a:ext cx="7406280" cy="2336400"/>
          </a:xfrm>
          <a:prstGeom prst="rect">
            <a:avLst/>
          </a:prstGeom>
          <a:noFill/>
          <a:ln w="0">
            <a:noFill/>
          </a:ln>
        </p:spPr>
        <p:txBody>
          <a:bodyPr lIns="91440" rIns="91440" tIns="45720" bIns="45720" anchor="ctr">
            <a:noAutofit/>
          </a:bodyPr>
          <a:lstStyle>
            <a:lvl1pPr indent="0" algn="r" defTabSz="3686760">
              <a:lnSpc>
                <a:spcPct val="100000"/>
              </a:lnSpc>
              <a:buNone/>
              <a:defRPr b="0" lang="en-US" sz="4320" strike="noStrike" u="none">
                <a:solidFill>
                  <a:schemeClr val="dk1">
                    <a:tint val="75000"/>
                  </a:schemeClr>
                </a:solidFill>
                <a:effectLst/>
                <a:uFillTx/>
                <a:latin typeface="Calibri"/>
              </a:defRPr>
            </a:lvl1pPr>
          </a:lstStyle>
          <a:p>
            <a:pPr indent="0" algn="r" defTabSz="3686760">
              <a:lnSpc>
                <a:spcPct val="100000"/>
              </a:lnSpc>
              <a:buNone/>
            </a:pPr>
            <a:fld id="{344610C0-B15E-4ED2-BCBB-C0AAA3AE3B78}" type="slidenum">
              <a:rPr b="0" lang="en-US" sz="4320" strike="noStrike" u="none">
                <a:solidFill>
                  <a:schemeClr val="dk1">
                    <a:tint val="75000"/>
                  </a:schemeClr>
                </a:solidFill>
                <a:effectLst/>
                <a:uFillTx/>
                <a:latin typeface="Calibri"/>
              </a:rPr>
              <a:t>&lt;number&gt;</a:t>
            </a:fld>
            <a:endParaRPr b="0" lang="en-US" sz="4320" strike="noStrike" u="none">
              <a:solidFill>
                <a:srgbClr val="000000"/>
              </a:solidFill>
              <a:effectLst/>
              <a:uFillTx/>
              <a:latin typeface="Times New Roman"/>
            </a:endParaRPr>
          </a:p>
        </p:txBody>
      </p:sp>
    </p:spTree>
  </p:cSld>
  <p:clrMap bg1="lt1" tx1="dk1" bg2="lt2" tx2="dk2" accent1="accent1" accent2="accent2" accent3="accent3" accent4="accent4" accent5="accent5" accent6="accent6" hlink="hlink" folHlink="folHlink"/>
  <p:sldLayoutIdLst/>
</p:sldMaster>
</file>

<file path=ppt/slideMasters/slideMaster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2" name="PlaceHolder 1"/>
          <p:cNvSpPr>
            <a:spLocks noGrp="1"/>
          </p:cNvSpPr>
          <p:nvPr>
            <p:ph type="title"/>
          </p:nvPr>
        </p:nvSpPr>
        <p:spPr>
          <a:xfrm>
            <a:off x="2246040" y="10942200"/>
            <a:ext cx="28391760" cy="18257040"/>
          </a:xfrm>
          <a:prstGeom prst="rect">
            <a:avLst/>
          </a:prstGeom>
          <a:noFill/>
          <a:ln w="0">
            <a:noFill/>
          </a:ln>
        </p:spPr>
        <p:txBody>
          <a:bodyPr lIns="91440" rIns="91440" tIns="45720" bIns="45720" anchor="b">
            <a:noAutofit/>
          </a:bodyPr>
          <a:p>
            <a:pPr indent="0" defTabSz="3291840">
              <a:lnSpc>
                <a:spcPct val="90000"/>
              </a:lnSpc>
              <a:buNone/>
            </a:pPr>
            <a:r>
              <a:rPr b="0" lang="en-US" sz="21600" strike="noStrike" u="none">
                <a:solidFill>
                  <a:schemeClr val="dk1"/>
                </a:solidFill>
                <a:effectLst/>
                <a:uFillTx/>
                <a:latin typeface="Calibri Light"/>
              </a:rPr>
              <a:t>Click to edit Master title style</a:t>
            </a:r>
            <a:endParaRPr b="0" lang="en-US" sz="21600" strike="noStrike" u="none">
              <a:solidFill>
                <a:schemeClr val="dk1"/>
              </a:solidFill>
              <a:effectLst/>
              <a:uFillTx/>
              <a:latin typeface="Calibri"/>
            </a:endParaRPr>
          </a:p>
        </p:txBody>
      </p:sp>
      <p:sp>
        <p:nvSpPr>
          <p:cNvPr id="23" name="PlaceHolder 2"/>
          <p:cNvSpPr>
            <a:spLocks noGrp="1"/>
          </p:cNvSpPr>
          <p:nvPr>
            <p:ph type="body"/>
          </p:nvPr>
        </p:nvSpPr>
        <p:spPr>
          <a:xfrm>
            <a:off x="2246040" y="29372400"/>
            <a:ext cx="28391760" cy="9600840"/>
          </a:xfrm>
          <a:prstGeom prst="rect">
            <a:avLst/>
          </a:prstGeom>
          <a:noFill/>
          <a:ln w="0">
            <a:noFill/>
          </a:ln>
        </p:spPr>
        <p:txBody>
          <a:bodyPr lIns="91440" rIns="91440" tIns="45720" bIns="45720" anchor="t">
            <a:noAutofit/>
          </a:bodyPr>
          <a:p>
            <a:pPr marL="432000" indent="-324000" defTabSz="3291840">
              <a:lnSpc>
                <a:spcPct val="90000"/>
              </a:lnSpc>
              <a:spcBef>
                <a:spcPts val="3600"/>
              </a:spcBef>
              <a:buClr>
                <a:srgbClr val="000000"/>
              </a:buClr>
              <a:buSzPct val="45000"/>
              <a:buFont typeface="Wingdings" charset="2"/>
              <a:buChar char=""/>
              <a:tabLst>
                <a:tab algn="l" pos="0"/>
              </a:tabLst>
            </a:pPr>
            <a:r>
              <a:rPr b="0" lang="en-US" sz="8640" strike="noStrike" u="none">
                <a:solidFill>
                  <a:schemeClr val="dk1"/>
                </a:solidFill>
                <a:effectLst/>
                <a:uFillTx/>
                <a:latin typeface="Calibri"/>
              </a:rPr>
              <a:t>Click to edit Master text styles</a:t>
            </a:r>
            <a:endParaRPr b="0" lang="en-US" sz="8640" strike="noStrike" u="none">
              <a:solidFill>
                <a:schemeClr val="dk1"/>
              </a:solidFill>
              <a:effectLst/>
              <a:uFillTx/>
              <a:latin typeface="Calibri"/>
            </a:endParaRPr>
          </a:p>
        </p:txBody>
      </p:sp>
      <p:sp>
        <p:nvSpPr>
          <p:cNvPr id="24" name="PlaceHolder 3"/>
          <p:cNvSpPr>
            <a:spLocks noGrp="1"/>
          </p:cNvSpPr>
          <p:nvPr>
            <p:ph type="dt" idx="13"/>
          </p:nvPr>
        </p:nvSpPr>
        <p:spPr>
          <a:xfrm>
            <a:off x="2263320" y="40680720"/>
            <a:ext cx="7406280" cy="2336400"/>
          </a:xfrm>
          <a:prstGeom prst="rect">
            <a:avLst/>
          </a:prstGeom>
          <a:noFill/>
          <a:ln w="0">
            <a:noFill/>
          </a:ln>
        </p:spPr>
        <p:txBody>
          <a:bodyPr lIns="91440" rIns="91440" tIns="45720" bIns="45720" anchor="ctr">
            <a:noAutofit/>
          </a:bodyPr>
          <a:lstStyle>
            <a:lvl1pPr indent="0" defTabSz="3686760">
              <a:lnSpc>
                <a:spcPct val="100000"/>
              </a:lnSpc>
              <a:buNone/>
              <a:defRPr b="0" lang="en-US" sz="4320" strike="noStrike" u="none">
                <a:solidFill>
                  <a:schemeClr val="dk1">
                    <a:tint val="75000"/>
                  </a:schemeClr>
                </a:solidFill>
                <a:effectLst/>
                <a:uFillTx/>
                <a:latin typeface="Calibri"/>
              </a:defRPr>
            </a:lvl1pPr>
          </a:lstStyle>
          <a:p>
            <a:pPr indent="0" defTabSz="3686760">
              <a:lnSpc>
                <a:spcPct val="100000"/>
              </a:lnSpc>
              <a:buNone/>
            </a:pPr>
            <a:r>
              <a:rPr b="0" lang="en-US" sz="4320" strike="noStrike" u="none">
                <a:solidFill>
                  <a:schemeClr val="dk1">
                    <a:tint val="75000"/>
                  </a:schemeClr>
                </a:solidFill>
                <a:effectLst/>
                <a:uFillTx/>
                <a:latin typeface="Calibri"/>
              </a:rPr>
              <a:t>&lt;date/time&gt;</a:t>
            </a:r>
            <a:endParaRPr b="0" lang="en-US" sz="4320" strike="noStrike" u="none">
              <a:solidFill>
                <a:srgbClr val="000000"/>
              </a:solidFill>
              <a:effectLst/>
              <a:uFillTx/>
              <a:latin typeface="Times New Roman"/>
            </a:endParaRPr>
          </a:p>
        </p:txBody>
      </p:sp>
      <p:sp>
        <p:nvSpPr>
          <p:cNvPr id="25" name="PlaceHolder 4"/>
          <p:cNvSpPr>
            <a:spLocks noGrp="1"/>
          </p:cNvSpPr>
          <p:nvPr>
            <p:ph type="ftr" idx="14"/>
          </p:nvPr>
        </p:nvSpPr>
        <p:spPr>
          <a:xfrm>
            <a:off x="10904400" y="40680720"/>
            <a:ext cx="11109600" cy="2336400"/>
          </a:xfrm>
          <a:prstGeom prst="rect">
            <a:avLst/>
          </a:prstGeom>
          <a:noFill/>
          <a:ln w="0">
            <a:noFill/>
          </a:ln>
        </p:spPr>
        <p:txBody>
          <a:bodyPr lIns="91440" rIns="91440" tIns="45720" bIns="45720" anchor="ctr">
            <a:noAutofit/>
          </a:bodyPr>
          <a:lstStyle>
            <a:lvl1pPr indent="0" algn="ctr">
              <a:buNone/>
              <a:defRPr b="0" lang="en-US" sz="1400" strike="noStrike" u="none">
                <a:solidFill>
                  <a:srgbClr val="000000"/>
                </a:solidFill>
                <a:effectLst/>
                <a:uFillTx/>
                <a:latin typeface="Times New Roman"/>
              </a:defRPr>
            </a:lvl1pPr>
          </a:lstStyle>
          <a:p>
            <a:pPr indent="0" algn="ctr">
              <a:buNone/>
            </a:pPr>
            <a:r>
              <a:rPr b="0" lang="en-US" sz="1400" strike="noStrike" u="none">
                <a:solidFill>
                  <a:srgbClr val="000000"/>
                </a:solidFill>
                <a:effectLst/>
                <a:uFillTx/>
                <a:latin typeface="Times New Roman"/>
              </a:rPr>
              <a:t>&lt;footer&gt;</a:t>
            </a:r>
            <a:endParaRPr b="0" lang="en-US" sz="1400" strike="noStrike" u="none">
              <a:solidFill>
                <a:srgbClr val="000000"/>
              </a:solidFill>
              <a:effectLst/>
              <a:uFillTx/>
              <a:latin typeface="Times New Roman"/>
            </a:endParaRPr>
          </a:p>
        </p:txBody>
      </p:sp>
      <p:sp>
        <p:nvSpPr>
          <p:cNvPr id="26" name="PlaceHolder 5"/>
          <p:cNvSpPr>
            <a:spLocks noGrp="1"/>
          </p:cNvSpPr>
          <p:nvPr>
            <p:ph type="sldNum" idx="15"/>
          </p:nvPr>
        </p:nvSpPr>
        <p:spPr>
          <a:xfrm>
            <a:off x="23248800" y="40680720"/>
            <a:ext cx="7406280" cy="2336400"/>
          </a:xfrm>
          <a:prstGeom prst="rect">
            <a:avLst/>
          </a:prstGeom>
          <a:noFill/>
          <a:ln w="0">
            <a:noFill/>
          </a:ln>
        </p:spPr>
        <p:txBody>
          <a:bodyPr lIns="91440" rIns="91440" tIns="45720" bIns="45720" anchor="ctr">
            <a:noAutofit/>
          </a:bodyPr>
          <a:lstStyle>
            <a:lvl1pPr indent="0" algn="r" defTabSz="3686760">
              <a:lnSpc>
                <a:spcPct val="100000"/>
              </a:lnSpc>
              <a:buNone/>
              <a:defRPr b="0" lang="en-US" sz="4320" strike="noStrike" u="none">
                <a:solidFill>
                  <a:schemeClr val="dk1">
                    <a:tint val="75000"/>
                  </a:schemeClr>
                </a:solidFill>
                <a:effectLst/>
                <a:uFillTx/>
                <a:latin typeface="Calibri"/>
              </a:defRPr>
            </a:lvl1pPr>
          </a:lstStyle>
          <a:p>
            <a:pPr indent="0" algn="r" defTabSz="3686760">
              <a:lnSpc>
                <a:spcPct val="100000"/>
              </a:lnSpc>
              <a:buNone/>
            </a:pPr>
            <a:fld id="{D419B8C4-309B-4284-A9B5-7C4AC0BA8AF0}" type="slidenum">
              <a:rPr b="0" lang="en-US" sz="4320" strike="noStrike" u="none">
                <a:solidFill>
                  <a:schemeClr val="dk1">
                    <a:tint val="75000"/>
                  </a:schemeClr>
                </a:solidFill>
                <a:effectLst/>
                <a:uFillTx/>
                <a:latin typeface="Calibri"/>
              </a:rPr>
              <a:t>&lt;number&gt;</a:t>
            </a:fld>
            <a:endParaRPr b="0" lang="en-US" sz="4320" strike="noStrike" u="none">
              <a:solidFill>
                <a:srgbClr val="000000"/>
              </a:solidFill>
              <a:effectLst/>
              <a:uFillTx/>
              <a:latin typeface="Times New Roman"/>
            </a:endParaRPr>
          </a:p>
        </p:txBody>
      </p:sp>
    </p:spTree>
  </p:cSld>
  <p:clrMap bg1="lt1" tx1="dk1" bg2="lt2" tx2="dk2" accent1="accent1" accent2="accent2" accent3="accent3" accent4="accent4" accent5="accent5" accent6="accent6" hlink="hlink" folHlink="folHlink"/>
  <p:sldLayoutIdLst/>
</p:sldMaster>
</file>

<file path=ppt/slideMasters/slideMaster6.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7" name="PlaceHolder 1"/>
          <p:cNvSpPr>
            <a:spLocks noGrp="1"/>
          </p:cNvSpPr>
          <p:nvPr>
            <p:ph type="title"/>
          </p:nvPr>
        </p:nvSpPr>
        <p:spPr>
          <a:xfrm>
            <a:off x="2263320" y="2336760"/>
            <a:ext cx="28391760" cy="8483400"/>
          </a:xfrm>
          <a:prstGeom prst="rect">
            <a:avLst/>
          </a:prstGeom>
          <a:noFill/>
          <a:ln w="0">
            <a:noFill/>
          </a:ln>
        </p:spPr>
        <p:txBody>
          <a:bodyPr lIns="91440" rIns="91440" tIns="45720" bIns="45720" anchor="ctr">
            <a:noAutofit/>
          </a:bodyPr>
          <a:p>
            <a:pPr indent="0" defTabSz="3291840">
              <a:lnSpc>
                <a:spcPct val="90000"/>
              </a:lnSpc>
              <a:buNone/>
            </a:pPr>
            <a:r>
              <a:rPr b="0" lang="en-US" sz="15839" strike="noStrike" u="none">
                <a:solidFill>
                  <a:schemeClr val="dk1"/>
                </a:solidFill>
                <a:effectLst/>
                <a:uFillTx/>
                <a:latin typeface="Calibri Light"/>
              </a:rPr>
              <a:t>Click to edit Master title style</a:t>
            </a:r>
            <a:endParaRPr b="0" lang="en-US" sz="15839" strike="noStrike" u="none">
              <a:solidFill>
                <a:schemeClr val="dk1"/>
              </a:solidFill>
              <a:effectLst/>
              <a:uFillTx/>
              <a:latin typeface="Calibri"/>
            </a:endParaRPr>
          </a:p>
        </p:txBody>
      </p:sp>
      <p:sp>
        <p:nvSpPr>
          <p:cNvPr id="28" name="PlaceHolder 2"/>
          <p:cNvSpPr>
            <a:spLocks noGrp="1"/>
          </p:cNvSpPr>
          <p:nvPr>
            <p:ph type="body"/>
          </p:nvPr>
        </p:nvSpPr>
        <p:spPr>
          <a:xfrm>
            <a:off x="2263320" y="11684160"/>
            <a:ext cx="13989960" cy="27848160"/>
          </a:xfrm>
          <a:prstGeom prst="rect">
            <a:avLst/>
          </a:prstGeom>
          <a:noFill/>
          <a:ln w="0">
            <a:noFill/>
          </a:ln>
        </p:spPr>
        <p:txBody>
          <a:bodyPr lIns="91440" rIns="91440" tIns="45720" bIns="45720" anchor="t">
            <a:noAutofit/>
          </a:bodyPr>
          <a:p>
            <a:pPr marL="432000" indent="-324000" defTabSz="3291840">
              <a:lnSpc>
                <a:spcPct val="90000"/>
              </a:lnSpc>
              <a:spcBef>
                <a:spcPts val="3600"/>
              </a:spcBef>
              <a:buClr>
                <a:srgbClr val="000000"/>
              </a:buClr>
              <a:buSzPct val="45000"/>
              <a:buFont typeface="Wingdings" charset="2"/>
              <a:buChar char=""/>
            </a:pPr>
            <a:r>
              <a:rPr b="0" lang="en-US" sz="10080" strike="noStrike" u="none">
                <a:solidFill>
                  <a:schemeClr val="dk1"/>
                </a:solidFill>
                <a:effectLst/>
                <a:uFillTx/>
                <a:latin typeface="Calibri"/>
              </a:rPr>
              <a:t>Click to edit Master text styles</a:t>
            </a:r>
            <a:endParaRPr b="0" lang="en-US" sz="10080" strike="noStrike" u="none">
              <a:solidFill>
                <a:schemeClr val="dk1"/>
              </a:solidFill>
              <a:effectLst/>
              <a:uFillTx/>
              <a:latin typeface="Calibri"/>
            </a:endParaRPr>
          </a:p>
          <a:p>
            <a:pPr lvl="1" marL="864000" indent="-324000" defTabSz="3291840">
              <a:lnSpc>
                <a:spcPct val="90000"/>
              </a:lnSpc>
              <a:spcBef>
                <a:spcPts val="1800"/>
              </a:spcBef>
              <a:buClr>
                <a:srgbClr val="000000"/>
              </a:buClr>
              <a:buSzPct val="75000"/>
              <a:buFont typeface="Symbol" charset="2"/>
              <a:buChar char=""/>
            </a:pPr>
            <a:r>
              <a:rPr b="0" lang="en-US" sz="8640" strike="noStrike" u="none">
                <a:solidFill>
                  <a:schemeClr val="dk1"/>
                </a:solidFill>
                <a:effectLst/>
                <a:uFillTx/>
                <a:latin typeface="Calibri"/>
              </a:rPr>
              <a:t>Second level</a:t>
            </a:r>
            <a:endParaRPr b="0" lang="en-US" sz="8640" strike="noStrike" u="none">
              <a:solidFill>
                <a:schemeClr val="dk1"/>
              </a:solidFill>
              <a:effectLst/>
              <a:uFillTx/>
              <a:latin typeface="Calibri"/>
            </a:endParaRPr>
          </a:p>
          <a:p>
            <a:pPr lvl="2" marL="1296000" indent="-288000" defTabSz="3291840">
              <a:lnSpc>
                <a:spcPct val="90000"/>
              </a:lnSpc>
              <a:spcBef>
                <a:spcPts val="1800"/>
              </a:spcBef>
              <a:buClr>
                <a:srgbClr val="000000"/>
              </a:buClr>
              <a:buSzPct val="45000"/>
              <a:buFont typeface="Wingdings" charset="2"/>
              <a:buChar char=""/>
            </a:pPr>
            <a:r>
              <a:rPr b="0" lang="en-US" sz="7200" strike="noStrike" u="none">
                <a:solidFill>
                  <a:schemeClr val="dk1"/>
                </a:solidFill>
                <a:effectLst/>
                <a:uFillTx/>
                <a:latin typeface="Calibri"/>
              </a:rPr>
              <a:t>Third level</a:t>
            </a:r>
            <a:endParaRPr b="0" lang="en-US" sz="7200" strike="noStrike" u="none">
              <a:solidFill>
                <a:schemeClr val="dk1"/>
              </a:solidFill>
              <a:effectLst/>
              <a:uFillTx/>
              <a:latin typeface="Calibri"/>
            </a:endParaRPr>
          </a:p>
          <a:p>
            <a:pPr lvl="3" marL="1728000" indent="-216000" defTabSz="3291840">
              <a:lnSpc>
                <a:spcPct val="90000"/>
              </a:lnSpc>
              <a:spcBef>
                <a:spcPts val="1800"/>
              </a:spcBef>
              <a:buClr>
                <a:srgbClr val="000000"/>
              </a:buClr>
              <a:buSzPct val="75000"/>
              <a:buFont typeface="Symbol" charset="2"/>
              <a:buChar char=""/>
            </a:pPr>
            <a:r>
              <a:rPr b="0" lang="en-US" sz="6480" strike="noStrike" u="none">
                <a:solidFill>
                  <a:schemeClr val="dk1"/>
                </a:solidFill>
                <a:effectLst/>
                <a:uFillTx/>
                <a:latin typeface="Calibri"/>
              </a:rPr>
              <a:t>Fourth level</a:t>
            </a:r>
            <a:endParaRPr b="0" lang="en-US" sz="6480" strike="noStrike" u="none">
              <a:solidFill>
                <a:schemeClr val="dk1"/>
              </a:solidFill>
              <a:effectLst/>
              <a:uFillTx/>
              <a:latin typeface="Calibri"/>
            </a:endParaRPr>
          </a:p>
          <a:p>
            <a:pPr lvl="4" marL="2160000" indent="-216000" defTabSz="3291840">
              <a:lnSpc>
                <a:spcPct val="90000"/>
              </a:lnSpc>
              <a:spcBef>
                <a:spcPts val="1800"/>
              </a:spcBef>
              <a:buClr>
                <a:srgbClr val="000000"/>
              </a:buClr>
              <a:buSzPct val="45000"/>
              <a:buFont typeface="Wingdings" charset="2"/>
              <a:buChar char=""/>
            </a:pPr>
            <a:r>
              <a:rPr b="0" lang="en-US" sz="6480" strike="noStrike" u="none">
                <a:solidFill>
                  <a:schemeClr val="dk1"/>
                </a:solidFill>
                <a:effectLst/>
                <a:uFillTx/>
                <a:latin typeface="Calibri"/>
              </a:rPr>
              <a:t>Fifth level</a:t>
            </a:r>
            <a:endParaRPr b="0" lang="en-US" sz="6480" strike="noStrike" u="none">
              <a:solidFill>
                <a:schemeClr val="dk1"/>
              </a:solidFill>
              <a:effectLst/>
              <a:uFillTx/>
              <a:latin typeface="Calibri"/>
            </a:endParaRPr>
          </a:p>
        </p:txBody>
      </p:sp>
      <p:sp>
        <p:nvSpPr>
          <p:cNvPr id="29" name="PlaceHolder 3"/>
          <p:cNvSpPr>
            <a:spLocks noGrp="1"/>
          </p:cNvSpPr>
          <p:nvPr>
            <p:ph type="body"/>
          </p:nvPr>
        </p:nvSpPr>
        <p:spPr>
          <a:xfrm>
            <a:off x="16665120" y="11684160"/>
            <a:ext cx="13989960" cy="27848160"/>
          </a:xfrm>
          <a:prstGeom prst="rect">
            <a:avLst/>
          </a:prstGeom>
          <a:noFill/>
          <a:ln w="0">
            <a:noFill/>
          </a:ln>
        </p:spPr>
        <p:txBody>
          <a:bodyPr lIns="91440" rIns="91440" tIns="45720" bIns="45720" anchor="t">
            <a:noAutofit/>
          </a:bodyPr>
          <a:p>
            <a:pPr marL="822960" indent="-822960" defTabSz="3291840">
              <a:lnSpc>
                <a:spcPct val="90000"/>
              </a:lnSpc>
              <a:spcBef>
                <a:spcPts val="3600"/>
              </a:spcBef>
              <a:buClr>
                <a:srgbClr val="000000"/>
              </a:buClr>
              <a:buFont typeface="Arial"/>
              <a:buChar char="•"/>
            </a:pPr>
            <a:r>
              <a:rPr b="0" lang="en-US" sz="10080" strike="noStrike" u="none">
                <a:solidFill>
                  <a:schemeClr val="dk1"/>
                </a:solidFill>
                <a:effectLst/>
                <a:uFillTx/>
                <a:latin typeface="Calibri"/>
              </a:rPr>
              <a:t>Click to edit Master text styles</a:t>
            </a:r>
            <a:endParaRPr b="0" lang="en-US" sz="10080" strike="noStrike" u="none">
              <a:solidFill>
                <a:schemeClr val="dk1"/>
              </a:solidFill>
              <a:effectLst/>
              <a:uFillTx/>
              <a:latin typeface="Calibri"/>
            </a:endParaRPr>
          </a:p>
          <a:p>
            <a:pPr lvl="1" marL="2468880" indent="-822960" defTabSz="3291840">
              <a:lnSpc>
                <a:spcPct val="90000"/>
              </a:lnSpc>
              <a:spcBef>
                <a:spcPts val="1800"/>
              </a:spcBef>
              <a:buClr>
                <a:srgbClr val="000000"/>
              </a:buClr>
              <a:buFont typeface="Arial"/>
              <a:buChar char="•"/>
            </a:pPr>
            <a:r>
              <a:rPr b="0" lang="en-US" sz="8640" strike="noStrike" u="none">
                <a:solidFill>
                  <a:schemeClr val="dk1"/>
                </a:solidFill>
                <a:effectLst/>
                <a:uFillTx/>
                <a:latin typeface="Calibri"/>
              </a:rPr>
              <a:t>Second level</a:t>
            </a:r>
            <a:endParaRPr b="0" lang="en-US" sz="8640" strike="noStrike" u="none">
              <a:solidFill>
                <a:schemeClr val="dk1"/>
              </a:solidFill>
              <a:effectLst/>
              <a:uFillTx/>
              <a:latin typeface="Calibri"/>
            </a:endParaRPr>
          </a:p>
          <a:p>
            <a:pPr lvl="2" marL="4114800" indent="-822960" defTabSz="3291840">
              <a:lnSpc>
                <a:spcPct val="90000"/>
              </a:lnSpc>
              <a:spcBef>
                <a:spcPts val="1800"/>
              </a:spcBef>
              <a:buClr>
                <a:srgbClr val="000000"/>
              </a:buClr>
              <a:buFont typeface="Arial"/>
              <a:buChar char="•"/>
            </a:pPr>
            <a:r>
              <a:rPr b="0" lang="en-US" sz="7200" strike="noStrike" u="none">
                <a:solidFill>
                  <a:schemeClr val="dk1"/>
                </a:solidFill>
                <a:effectLst/>
                <a:uFillTx/>
                <a:latin typeface="Calibri"/>
              </a:rPr>
              <a:t>Third level</a:t>
            </a:r>
            <a:endParaRPr b="0" lang="en-US" sz="7200" strike="noStrike" u="none">
              <a:solidFill>
                <a:schemeClr val="dk1"/>
              </a:solidFill>
              <a:effectLst/>
              <a:uFillTx/>
              <a:latin typeface="Calibri"/>
            </a:endParaRPr>
          </a:p>
          <a:p>
            <a:pPr lvl="3" marL="5760720" indent="-822960" defTabSz="3291840">
              <a:lnSpc>
                <a:spcPct val="90000"/>
              </a:lnSpc>
              <a:spcBef>
                <a:spcPts val="1800"/>
              </a:spcBef>
              <a:buClr>
                <a:srgbClr val="000000"/>
              </a:buClr>
              <a:buFont typeface="Arial"/>
              <a:buChar char="•"/>
            </a:pPr>
            <a:r>
              <a:rPr b="0" lang="en-US" sz="6480" strike="noStrike" u="none">
                <a:solidFill>
                  <a:schemeClr val="dk1"/>
                </a:solidFill>
                <a:effectLst/>
                <a:uFillTx/>
                <a:latin typeface="Calibri"/>
              </a:rPr>
              <a:t>Fourth level</a:t>
            </a:r>
            <a:endParaRPr b="0" lang="en-US" sz="6480" strike="noStrike" u="none">
              <a:solidFill>
                <a:schemeClr val="dk1"/>
              </a:solidFill>
              <a:effectLst/>
              <a:uFillTx/>
              <a:latin typeface="Calibri"/>
            </a:endParaRPr>
          </a:p>
          <a:p>
            <a:pPr lvl="4" marL="7406640" indent="-822960" defTabSz="3291840">
              <a:lnSpc>
                <a:spcPct val="90000"/>
              </a:lnSpc>
              <a:spcBef>
                <a:spcPts val="1800"/>
              </a:spcBef>
              <a:buClr>
                <a:srgbClr val="000000"/>
              </a:buClr>
              <a:buFont typeface="Arial"/>
              <a:buChar char="•"/>
            </a:pPr>
            <a:r>
              <a:rPr b="0" lang="en-US" sz="6480" strike="noStrike" u="none">
                <a:solidFill>
                  <a:schemeClr val="dk1"/>
                </a:solidFill>
                <a:effectLst/>
                <a:uFillTx/>
                <a:latin typeface="Calibri"/>
              </a:rPr>
              <a:t>Fifth level</a:t>
            </a:r>
            <a:endParaRPr b="0" lang="en-US" sz="6480" strike="noStrike" u="none">
              <a:solidFill>
                <a:schemeClr val="dk1"/>
              </a:solidFill>
              <a:effectLst/>
              <a:uFillTx/>
              <a:latin typeface="Calibri"/>
            </a:endParaRPr>
          </a:p>
        </p:txBody>
      </p:sp>
      <p:sp>
        <p:nvSpPr>
          <p:cNvPr id="30" name="PlaceHolder 4"/>
          <p:cNvSpPr>
            <a:spLocks noGrp="1"/>
          </p:cNvSpPr>
          <p:nvPr>
            <p:ph type="dt" idx="16"/>
          </p:nvPr>
        </p:nvSpPr>
        <p:spPr>
          <a:xfrm>
            <a:off x="2263320" y="40680720"/>
            <a:ext cx="7406280" cy="2336400"/>
          </a:xfrm>
          <a:prstGeom prst="rect">
            <a:avLst/>
          </a:prstGeom>
          <a:noFill/>
          <a:ln w="0">
            <a:noFill/>
          </a:ln>
        </p:spPr>
        <p:txBody>
          <a:bodyPr lIns="91440" rIns="91440" tIns="45720" bIns="45720" anchor="ctr">
            <a:noAutofit/>
          </a:bodyPr>
          <a:lstStyle>
            <a:lvl1pPr indent="0" defTabSz="3686760">
              <a:lnSpc>
                <a:spcPct val="100000"/>
              </a:lnSpc>
              <a:buNone/>
              <a:defRPr b="0" lang="en-US" sz="4320" strike="noStrike" u="none">
                <a:solidFill>
                  <a:schemeClr val="dk1">
                    <a:tint val="75000"/>
                  </a:schemeClr>
                </a:solidFill>
                <a:effectLst/>
                <a:uFillTx/>
                <a:latin typeface="Calibri"/>
              </a:defRPr>
            </a:lvl1pPr>
          </a:lstStyle>
          <a:p>
            <a:pPr indent="0" defTabSz="3686760">
              <a:lnSpc>
                <a:spcPct val="100000"/>
              </a:lnSpc>
              <a:buNone/>
            </a:pPr>
            <a:r>
              <a:rPr b="0" lang="en-US" sz="4320" strike="noStrike" u="none">
                <a:solidFill>
                  <a:schemeClr val="dk1">
                    <a:tint val="75000"/>
                  </a:schemeClr>
                </a:solidFill>
                <a:effectLst/>
                <a:uFillTx/>
                <a:latin typeface="Calibri"/>
              </a:rPr>
              <a:t>&lt;date/time&gt;</a:t>
            </a:r>
            <a:endParaRPr b="0" lang="en-US" sz="4320" strike="noStrike" u="none">
              <a:solidFill>
                <a:srgbClr val="000000"/>
              </a:solidFill>
              <a:effectLst/>
              <a:uFillTx/>
              <a:latin typeface="Times New Roman"/>
            </a:endParaRPr>
          </a:p>
        </p:txBody>
      </p:sp>
      <p:sp>
        <p:nvSpPr>
          <p:cNvPr id="31" name="PlaceHolder 5"/>
          <p:cNvSpPr>
            <a:spLocks noGrp="1"/>
          </p:cNvSpPr>
          <p:nvPr>
            <p:ph type="ftr" idx="17"/>
          </p:nvPr>
        </p:nvSpPr>
        <p:spPr>
          <a:xfrm>
            <a:off x="10904400" y="40680720"/>
            <a:ext cx="11109600" cy="2336400"/>
          </a:xfrm>
          <a:prstGeom prst="rect">
            <a:avLst/>
          </a:prstGeom>
          <a:noFill/>
          <a:ln w="0">
            <a:noFill/>
          </a:ln>
        </p:spPr>
        <p:txBody>
          <a:bodyPr lIns="91440" rIns="91440" tIns="45720" bIns="45720" anchor="ctr">
            <a:noAutofit/>
          </a:bodyPr>
          <a:lstStyle>
            <a:lvl1pPr indent="0" algn="ctr">
              <a:buNone/>
              <a:defRPr b="0" lang="en-US" sz="1400" strike="noStrike" u="none">
                <a:solidFill>
                  <a:srgbClr val="000000"/>
                </a:solidFill>
                <a:effectLst/>
                <a:uFillTx/>
                <a:latin typeface="Times New Roman"/>
              </a:defRPr>
            </a:lvl1pPr>
          </a:lstStyle>
          <a:p>
            <a:pPr indent="0" algn="ctr">
              <a:buNone/>
            </a:pPr>
            <a:r>
              <a:rPr b="0" lang="en-US" sz="1400" strike="noStrike" u="none">
                <a:solidFill>
                  <a:srgbClr val="000000"/>
                </a:solidFill>
                <a:effectLst/>
                <a:uFillTx/>
                <a:latin typeface="Times New Roman"/>
              </a:rPr>
              <a:t>&lt;footer&gt;</a:t>
            </a:r>
            <a:endParaRPr b="0" lang="en-US" sz="1400" strike="noStrike" u="none">
              <a:solidFill>
                <a:srgbClr val="000000"/>
              </a:solidFill>
              <a:effectLst/>
              <a:uFillTx/>
              <a:latin typeface="Times New Roman"/>
            </a:endParaRPr>
          </a:p>
        </p:txBody>
      </p:sp>
      <p:sp>
        <p:nvSpPr>
          <p:cNvPr id="32" name="PlaceHolder 6"/>
          <p:cNvSpPr>
            <a:spLocks noGrp="1"/>
          </p:cNvSpPr>
          <p:nvPr>
            <p:ph type="sldNum" idx="18"/>
          </p:nvPr>
        </p:nvSpPr>
        <p:spPr>
          <a:xfrm>
            <a:off x="23248800" y="40680720"/>
            <a:ext cx="7406280" cy="2336400"/>
          </a:xfrm>
          <a:prstGeom prst="rect">
            <a:avLst/>
          </a:prstGeom>
          <a:noFill/>
          <a:ln w="0">
            <a:noFill/>
          </a:ln>
        </p:spPr>
        <p:txBody>
          <a:bodyPr lIns="91440" rIns="91440" tIns="45720" bIns="45720" anchor="ctr">
            <a:noAutofit/>
          </a:bodyPr>
          <a:lstStyle>
            <a:lvl1pPr indent="0" algn="r" defTabSz="3686760">
              <a:lnSpc>
                <a:spcPct val="100000"/>
              </a:lnSpc>
              <a:buNone/>
              <a:defRPr b="0" lang="en-US" sz="4320" strike="noStrike" u="none">
                <a:solidFill>
                  <a:schemeClr val="dk1">
                    <a:tint val="75000"/>
                  </a:schemeClr>
                </a:solidFill>
                <a:effectLst/>
                <a:uFillTx/>
                <a:latin typeface="Calibri"/>
              </a:defRPr>
            </a:lvl1pPr>
          </a:lstStyle>
          <a:p>
            <a:pPr indent="0" algn="r" defTabSz="3686760">
              <a:lnSpc>
                <a:spcPct val="100000"/>
              </a:lnSpc>
              <a:buNone/>
            </a:pPr>
            <a:fld id="{7FA0A2F1-C865-46D0-8164-9659914DD028}" type="slidenum">
              <a:rPr b="0" lang="en-US" sz="4320" strike="noStrike" u="none">
                <a:solidFill>
                  <a:schemeClr val="dk1">
                    <a:tint val="75000"/>
                  </a:schemeClr>
                </a:solidFill>
                <a:effectLst/>
                <a:uFillTx/>
                <a:latin typeface="Calibri"/>
              </a:rPr>
              <a:t>&lt;number&gt;</a:t>
            </a:fld>
            <a:endParaRPr b="0" lang="en-US" sz="4320" strike="noStrike" u="none">
              <a:solidFill>
                <a:srgbClr val="000000"/>
              </a:solidFill>
              <a:effectLst/>
              <a:uFillTx/>
              <a:latin typeface="Times New Roman"/>
            </a:endParaRPr>
          </a:p>
        </p:txBody>
      </p:sp>
    </p:spTree>
  </p:cSld>
  <p:clrMap bg1="lt1" tx1="dk1" bg2="lt2" tx2="dk2" accent1="accent1" accent2="accent2" accent3="accent3" accent4="accent4" accent5="accent5" accent6="accent6" hlink="hlink" folHlink="folHlink"/>
  <p:sldLayoutIdLst/>
</p:sldMaster>
</file>

<file path=ppt/slideMasters/slideMaster7.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3" name="PlaceHolder 1"/>
          <p:cNvSpPr>
            <a:spLocks noGrp="1"/>
          </p:cNvSpPr>
          <p:nvPr>
            <p:ph type="title"/>
          </p:nvPr>
        </p:nvSpPr>
        <p:spPr>
          <a:xfrm>
            <a:off x="2267280" y="2336760"/>
            <a:ext cx="28391760" cy="8483400"/>
          </a:xfrm>
          <a:prstGeom prst="rect">
            <a:avLst/>
          </a:prstGeom>
          <a:noFill/>
          <a:ln w="0">
            <a:noFill/>
          </a:ln>
        </p:spPr>
        <p:txBody>
          <a:bodyPr lIns="91440" rIns="91440" tIns="45720" bIns="45720" anchor="ctr">
            <a:noAutofit/>
          </a:bodyPr>
          <a:p>
            <a:pPr indent="0" defTabSz="3291840">
              <a:lnSpc>
                <a:spcPct val="90000"/>
              </a:lnSpc>
              <a:buNone/>
            </a:pPr>
            <a:r>
              <a:rPr b="0" lang="en-US" sz="15839" strike="noStrike" u="none">
                <a:solidFill>
                  <a:schemeClr val="dk1"/>
                </a:solidFill>
                <a:effectLst/>
                <a:uFillTx/>
                <a:latin typeface="Calibri Light"/>
              </a:rPr>
              <a:t>Click to edit Master title style</a:t>
            </a:r>
            <a:endParaRPr b="0" lang="en-US" sz="15839" strike="noStrike" u="none">
              <a:solidFill>
                <a:schemeClr val="dk1"/>
              </a:solidFill>
              <a:effectLst/>
              <a:uFillTx/>
              <a:latin typeface="Calibri"/>
            </a:endParaRPr>
          </a:p>
        </p:txBody>
      </p:sp>
      <p:sp>
        <p:nvSpPr>
          <p:cNvPr id="34" name="PlaceHolder 2"/>
          <p:cNvSpPr>
            <a:spLocks noGrp="1"/>
          </p:cNvSpPr>
          <p:nvPr>
            <p:ph type="body"/>
          </p:nvPr>
        </p:nvSpPr>
        <p:spPr>
          <a:xfrm>
            <a:off x="2267280" y="10759320"/>
            <a:ext cx="13925520" cy="5272560"/>
          </a:xfrm>
          <a:prstGeom prst="rect">
            <a:avLst/>
          </a:prstGeom>
          <a:noFill/>
          <a:ln w="0">
            <a:noFill/>
          </a:ln>
        </p:spPr>
        <p:txBody>
          <a:bodyPr lIns="91440" rIns="91440" tIns="45720" bIns="45720" anchor="b">
            <a:noAutofit/>
          </a:bodyPr>
          <a:p>
            <a:pPr marL="432000" indent="-324000" defTabSz="3291840">
              <a:lnSpc>
                <a:spcPct val="90000"/>
              </a:lnSpc>
              <a:spcBef>
                <a:spcPts val="3600"/>
              </a:spcBef>
              <a:buClr>
                <a:srgbClr val="000000"/>
              </a:buClr>
              <a:buSzPct val="45000"/>
              <a:buFont typeface="Wingdings" charset="2"/>
              <a:buChar char=""/>
              <a:tabLst>
                <a:tab algn="l" pos="0"/>
              </a:tabLst>
            </a:pPr>
            <a:r>
              <a:rPr b="1" lang="en-US" sz="8640" strike="noStrike" u="none">
                <a:solidFill>
                  <a:schemeClr val="dk1"/>
                </a:solidFill>
                <a:effectLst/>
                <a:uFillTx/>
                <a:latin typeface="Calibri"/>
              </a:rPr>
              <a:t>Click to edit Master text styles</a:t>
            </a:r>
            <a:endParaRPr b="0" lang="en-US" sz="8640" strike="noStrike" u="none">
              <a:solidFill>
                <a:schemeClr val="dk1"/>
              </a:solidFill>
              <a:effectLst/>
              <a:uFillTx/>
              <a:latin typeface="Calibri"/>
            </a:endParaRPr>
          </a:p>
        </p:txBody>
      </p:sp>
      <p:sp>
        <p:nvSpPr>
          <p:cNvPr id="35" name="PlaceHolder 3"/>
          <p:cNvSpPr>
            <a:spLocks noGrp="1"/>
          </p:cNvSpPr>
          <p:nvPr>
            <p:ph type="body"/>
          </p:nvPr>
        </p:nvSpPr>
        <p:spPr>
          <a:xfrm>
            <a:off x="2267280" y="16032600"/>
            <a:ext cx="13925520" cy="23581080"/>
          </a:xfrm>
          <a:prstGeom prst="rect">
            <a:avLst/>
          </a:prstGeom>
          <a:noFill/>
          <a:ln w="0">
            <a:noFill/>
          </a:ln>
        </p:spPr>
        <p:txBody>
          <a:bodyPr lIns="91440" rIns="91440" tIns="45720" bIns="45720" anchor="t">
            <a:noAutofit/>
          </a:bodyPr>
          <a:p>
            <a:pPr marL="822960" indent="-822960" defTabSz="3291840">
              <a:lnSpc>
                <a:spcPct val="90000"/>
              </a:lnSpc>
              <a:spcBef>
                <a:spcPts val="3600"/>
              </a:spcBef>
              <a:buClr>
                <a:srgbClr val="000000"/>
              </a:buClr>
              <a:buFont typeface="Arial"/>
              <a:buChar char="•"/>
            </a:pPr>
            <a:r>
              <a:rPr b="0" lang="en-US" sz="10080" strike="noStrike" u="none">
                <a:solidFill>
                  <a:schemeClr val="dk1"/>
                </a:solidFill>
                <a:effectLst/>
                <a:uFillTx/>
                <a:latin typeface="Calibri"/>
              </a:rPr>
              <a:t>Click to edit Master text styles</a:t>
            </a:r>
            <a:endParaRPr b="0" lang="en-US" sz="10080" strike="noStrike" u="none">
              <a:solidFill>
                <a:schemeClr val="dk1"/>
              </a:solidFill>
              <a:effectLst/>
              <a:uFillTx/>
              <a:latin typeface="Calibri"/>
            </a:endParaRPr>
          </a:p>
          <a:p>
            <a:pPr lvl="1" marL="2468880" indent="-822960" defTabSz="3291840">
              <a:lnSpc>
                <a:spcPct val="90000"/>
              </a:lnSpc>
              <a:spcBef>
                <a:spcPts val="1800"/>
              </a:spcBef>
              <a:buClr>
                <a:srgbClr val="000000"/>
              </a:buClr>
              <a:buFont typeface="Arial"/>
              <a:buChar char="•"/>
            </a:pPr>
            <a:r>
              <a:rPr b="0" lang="en-US" sz="8640" strike="noStrike" u="none">
                <a:solidFill>
                  <a:schemeClr val="dk1"/>
                </a:solidFill>
                <a:effectLst/>
                <a:uFillTx/>
                <a:latin typeface="Calibri"/>
              </a:rPr>
              <a:t>Second level</a:t>
            </a:r>
            <a:endParaRPr b="0" lang="en-US" sz="8640" strike="noStrike" u="none">
              <a:solidFill>
                <a:schemeClr val="dk1"/>
              </a:solidFill>
              <a:effectLst/>
              <a:uFillTx/>
              <a:latin typeface="Calibri"/>
            </a:endParaRPr>
          </a:p>
          <a:p>
            <a:pPr lvl="2" marL="4114800" indent="-822960" defTabSz="3291840">
              <a:lnSpc>
                <a:spcPct val="90000"/>
              </a:lnSpc>
              <a:spcBef>
                <a:spcPts val="1800"/>
              </a:spcBef>
              <a:buClr>
                <a:srgbClr val="000000"/>
              </a:buClr>
              <a:buFont typeface="Arial"/>
              <a:buChar char="•"/>
            </a:pPr>
            <a:r>
              <a:rPr b="0" lang="en-US" sz="7200" strike="noStrike" u="none">
                <a:solidFill>
                  <a:schemeClr val="dk1"/>
                </a:solidFill>
                <a:effectLst/>
                <a:uFillTx/>
                <a:latin typeface="Calibri"/>
              </a:rPr>
              <a:t>Third level</a:t>
            </a:r>
            <a:endParaRPr b="0" lang="en-US" sz="7200" strike="noStrike" u="none">
              <a:solidFill>
                <a:schemeClr val="dk1"/>
              </a:solidFill>
              <a:effectLst/>
              <a:uFillTx/>
              <a:latin typeface="Calibri"/>
            </a:endParaRPr>
          </a:p>
          <a:p>
            <a:pPr lvl="3" marL="5760720" indent="-822960" defTabSz="3291840">
              <a:lnSpc>
                <a:spcPct val="90000"/>
              </a:lnSpc>
              <a:spcBef>
                <a:spcPts val="1800"/>
              </a:spcBef>
              <a:buClr>
                <a:srgbClr val="000000"/>
              </a:buClr>
              <a:buFont typeface="Arial"/>
              <a:buChar char="•"/>
            </a:pPr>
            <a:r>
              <a:rPr b="0" lang="en-US" sz="6480" strike="noStrike" u="none">
                <a:solidFill>
                  <a:schemeClr val="dk1"/>
                </a:solidFill>
                <a:effectLst/>
                <a:uFillTx/>
                <a:latin typeface="Calibri"/>
              </a:rPr>
              <a:t>Fourth level</a:t>
            </a:r>
            <a:endParaRPr b="0" lang="en-US" sz="6480" strike="noStrike" u="none">
              <a:solidFill>
                <a:schemeClr val="dk1"/>
              </a:solidFill>
              <a:effectLst/>
              <a:uFillTx/>
              <a:latin typeface="Calibri"/>
            </a:endParaRPr>
          </a:p>
          <a:p>
            <a:pPr lvl="4" marL="7406640" indent="-822960" defTabSz="3291840">
              <a:lnSpc>
                <a:spcPct val="90000"/>
              </a:lnSpc>
              <a:spcBef>
                <a:spcPts val="1800"/>
              </a:spcBef>
              <a:buClr>
                <a:srgbClr val="000000"/>
              </a:buClr>
              <a:buFont typeface="Arial"/>
              <a:buChar char="•"/>
            </a:pPr>
            <a:r>
              <a:rPr b="0" lang="en-US" sz="6480" strike="noStrike" u="none">
                <a:solidFill>
                  <a:schemeClr val="dk1"/>
                </a:solidFill>
                <a:effectLst/>
                <a:uFillTx/>
                <a:latin typeface="Calibri"/>
              </a:rPr>
              <a:t>Fifth level</a:t>
            </a:r>
            <a:endParaRPr b="0" lang="en-US" sz="6480" strike="noStrike" u="none">
              <a:solidFill>
                <a:schemeClr val="dk1"/>
              </a:solidFill>
              <a:effectLst/>
              <a:uFillTx/>
              <a:latin typeface="Calibri"/>
            </a:endParaRPr>
          </a:p>
        </p:txBody>
      </p:sp>
      <p:sp>
        <p:nvSpPr>
          <p:cNvPr id="36" name="PlaceHolder 4"/>
          <p:cNvSpPr>
            <a:spLocks noGrp="1"/>
          </p:cNvSpPr>
          <p:nvPr>
            <p:ph type="body"/>
          </p:nvPr>
        </p:nvSpPr>
        <p:spPr>
          <a:xfrm>
            <a:off x="16665120" y="10759320"/>
            <a:ext cx="13994280" cy="5272560"/>
          </a:xfrm>
          <a:prstGeom prst="rect">
            <a:avLst/>
          </a:prstGeom>
          <a:noFill/>
          <a:ln w="0">
            <a:noFill/>
          </a:ln>
        </p:spPr>
        <p:txBody>
          <a:bodyPr lIns="91440" rIns="91440" tIns="45720" bIns="45720" anchor="b">
            <a:noAutofit/>
          </a:bodyPr>
          <a:p>
            <a:pPr indent="0" defTabSz="3291840">
              <a:lnSpc>
                <a:spcPct val="90000"/>
              </a:lnSpc>
              <a:spcBef>
                <a:spcPts val="3600"/>
              </a:spcBef>
              <a:buNone/>
              <a:tabLst>
                <a:tab algn="l" pos="0"/>
              </a:tabLst>
            </a:pPr>
            <a:r>
              <a:rPr b="1" lang="en-US" sz="8640" strike="noStrike" u="none">
                <a:solidFill>
                  <a:schemeClr val="dk1"/>
                </a:solidFill>
                <a:effectLst/>
                <a:uFillTx/>
                <a:latin typeface="Calibri"/>
              </a:rPr>
              <a:t>Click to edit Master text styles</a:t>
            </a:r>
            <a:endParaRPr b="0" lang="en-US" sz="8640" strike="noStrike" u="none">
              <a:solidFill>
                <a:schemeClr val="dk1"/>
              </a:solidFill>
              <a:effectLst/>
              <a:uFillTx/>
              <a:latin typeface="Calibri"/>
            </a:endParaRPr>
          </a:p>
        </p:txBody>
      </p:sp>
      <p:sp>
        <p:nvSpPr>
          <p:cNvPr id="37" name="PlaceHolder 5"/>
          <p:cNvSpPr>
            <a:spLocks noGrp="1"/>
          </p:cNvSpPr>
          <p:nvPr>
            <p:ph type="body"/>
          </p:nvPr>
        </p:nvSpPr>
        <p:spPr>
          <a:xfrm>
            <a:off x="16665120" y="16032600"/>
            <a:ext cx="13994280" cy="23581080"/>
          </a:xfrm>
          <a:prstGeom prst="rect">
            <a:avLst/>
          </a:prstGeom>
          <a:noFill/>
          <a:ln w="0">
            <a:noFill/>
          </a:ln>
        </p:spPr>
        <p:txBody>
          <a:bodyPr lIns="91440" rIns="91440" tIns="45720" bIns="45720" anchor="t">
            <a:noAutofit/>
          </a:bodyPr>
          <a:p>
            <a:pPr marL="822960" indent="-822960" defTabSz="3291840">
              <a:lnSpc>
                <a:spcPct val="90000"/>
              </a:lnSpc>
              <a:spcBef>
                <a:spcPts val="3600"/>
              </a:spcBef>
              <a:buClr>
                <a:srgbClr val="000000"/>
              </a:buClr>
              <a:buFont typeface="Arial"/>
              <a:buChar char="•"/>
            </a:pPr>
            <a:r>
              <a:rPr b="0" lang="en-US" sz="10080" strike="noStrike" u="none">
                <a:solidFill>
                  <a:schemeClr val="dk1"/>
                </a:solidFill>
                <a:effectLst/>
                <a:uFillTx/>
                <a:latin typeface="Calibri"/>
              </a:rPr>
              <a:t>Click to edit Master text styles</a:t>
            </a:r>
            <a:endParaRPr b="0" lang="en-US" sz="10080" strike="noStrike" u="none">
              <a:solidFill>
                <a:schemeClr val="dk1"/>
              </a:solidFill>
              <a:effectLst/>
              <a:uFillTx/>
              <a:latin typeface="Calibri"/>
            </a:endParaRPr>
          </a:p>
          <a:p>
            <a:pPr lvl="1" marL="2468880" indent="-822960" defTabSz="3291840">
              <a:lnSpc>
                <a:spcPct val="90000"/>
              </a:lnSpc>
              <a:spcBef>
                <a:spcPts val="1800"/>
              </a:spcBef>
              <a:buClr>
                <a:srgbClr val="000000"/>
              </a:buClr>
              <a:buFont typeface="Arial"/>
              <a:buChar char="•"/>
            </a:pPr>
            <a:r>
              <a:rPr b="0" lang="en-US" sz="8640" strike="noStrike" u="none">
                <a:solidFill>
                  <a:schemeClr val="dk1"/>
                </a:solidFill>
                <a:effectLst/>
                <a:uFillTx/>
                <a:latin typeface="Calibri"/>
              </a:rPr>
              <a:t>Second level</a:t>
            </a:r>
            <a:endParaRPr b="0" lang="en-US" sz="8640" strike="noStrike" u="none">
              <a:solidFill>
                <a:schemeClr val="dk1"/>
              </a:solidFill>
              <a:effectLst/>
              <a:uFillTx/>
              <a:latin typeface="Calibri"/>
            </a:endParaRPr>
          </a:p>
          <a:p>
            <a:pPr lvl="2" marL="4114800" indent="-822960" defTabSz="3291840">
              <a:lnSpc>
                <a:spcPct val="90000"/>
              </a:lnSpc>
              <a:spcBef>
                <a:spcPts val="1800"/>
              </a:spcBef>
              <a:buClr>
                <a:srgbClr val="000000"/>
              </a:buClr>
              <a:buFont typeface="Arial"/>
              <a:buChar char="•"/>
            </a:pPr>
            <a:r>
              <a:rPr b="0" lang="en-US" sz="7200" strike="noStrike" u="none">
                <a:solidFill>
                  <a:schemeClr val="dk1"/>
                </a:solidFill>
                <a:effectLst/>
                <a:uFillTx/>
                <a:latin typeface="Calibri"/>
              </a:rPr>
              <a:t>Third level</a:t>
            </a:r>
            <a:endParaRPr b="0" lang="en-US" sz="7200" strike="noStrike" u="none">
              <a:solidFill>
                <a:schemeClr val="dk1"/>
              </a:solidFill>
              <a:effectLst/>
              <a:uFillTx/>
              <a:latin typeface="Calibri"/>
            </a:endParaRPr>
          </a:p>
          <a:p>
            <a:pPr lvl="3" marL="5760720" indent="-822960" defTabSz="3291840">
              <a:lnSpc>
                <a:spcPct val="90000"/>
              </a:lnSpc>
              <a:spcBef>
                <a:spcPts val="1800"/>
              </a:spcBef>
              <a:buClr>
                <a:srgbClr val="000000"/>
              </a:buClr>
              <a:buFont typeface="Arial"/>
              <a:buChar char="•"/>
            </a:pPr>
            <a:r>
              <a:rPr b="0" lang="en-US" sz="6480" strike="noStrike" u="none">
                <a:solidFill>
                  <a:schemeClr val="dk1"/>
                </a:solidFill>
                <a:effectLst/>
                <a:uFillTx/>
                <a:latin typeface="Calibri"/>
              </a:rPr>
              <a:t>Fourth level</a:t>
            </a:r>
            <a:endParaRPr b="0" lang="en-US" sz="6480" strike="noStrike" u="none">
              <a:solidFill>
                <a:schemeClr val="dk1"/>
              </a:solidFill>
              <a:effectLst/>
              <a:uFillTx/>
              <a:latin typeface="Calibri"/>
            </a:endParaRPr>
          </a:p>
          <a:p>
            <a:pPr lvl="4" marL="7406640" indent="-822960" defTabSz="3291840">
              <a:lnSpc>
                <a:spcPct val="90000"/>
              </a:lnSpc>
              <a:spcBef>
                <a:spcPts val="1800"/>
              </a:spcBef>
              <a:buClr>
                <a:srgbClr val="000000"/>
              </a:buClr>
              <a:buFont typeface="Arial"/>
              <a:buChar char="•"/>
            </a:pPr>
            <a:r>
              <a:rPr b="0" lang="en-US" sz="6480" strike="noStrike" u="none">
                <a:solidFill>
                  <a:schemeClr val="dk1"/>
                </a:solidFill>
                <a:effectLst/>
                <a:uFillTx/>
                <a:latin typeface="Calibri"/>
              </a:rPr>
              <a:t>Fifth level</a:t>
            </a:r>
            <a:endParaRPr b="0" lang="en-US" sz="6480" strike="noStrike" u="none">
              <a:solidFill>
                <a:schemeClr val="dk1"/>
              </a:solidFill>
              <a:effectLst/>
              <a:uFillTx/>
              <a:latin typeface="Calibri"/>
            </a:endParaRPr>
          </a:p>
        </p:txBody>
      </p:sp>
      <p:sp>
        <p:nvSpPr>
          <p:cNvPr id="38" name="PlaceHolder 6"/>
          <p:cNvSpPr>
            <a:spLocks noGrp="1"/>
          </p:cNvSpPr>
          <p:nvPr>
            <p:ph type="dt" idx="19"/>
          </p:nvPr>
        </p:nvSpPr>
        <p:spPr>
          <a:xfrm>
            <a:off x="2263320" y="40680720"/>
            <a:ext cx="7406280" cy="2336400"/>
          </a:xfrm>
          <a:prstGeom prst="rect">
            <a:avLst/>
          </a:prstGeom>
          <a:noFill/>
          <a:ln w="0">
            <a:noFill/>
          </a:ln>
        </p:spPr>
        <p:txBody>
          <a:bodyPr lIns="91440" rIns="91440" tIns="45720" bIns="45720" anchor="ctr">
            <a:noAutofit/>
          </a:bodyPr>
          <a:lstStyle>
            <a:lvl1pPr indent="0" defTabSz="3686760">
              <a:lnSpc>
                <a:spcPct val="100000"/>
              </a:lnSpc>
              <a:buNone/>
              <a:defRPr b="0" lang="en-US" sz="4320" strike="noStrike" u="none">
                <a:solidFill>
                  <a:schemeClr val="dk1">
                    <a:tint val="75000"/>
                  </a:schemeClr>
                </a:solidFill>
                <a:effectLst/>
                <a:uFillTx/>
                <a:latin typeface="Calibri"/>
              </a:defRPr>
            </a:lvl1pPr>
          </a:lstStyle>
          <a:p>
            <a:pPr indent="0" defTabSz="3686760">
              <a:lnSpc>
                <a:spcPct val="100000"/>
              </a:lnSpc>
              <a:buNone/>
            </a:pPr>
            <a:r>
              <a:rPr b="0" lang="en-US" sz="4320" strike="noStrike" u="none">
                <a:solidFill>
                  <a:schemeClr val="dk1">
                    <a:tint val="75000"/>
                  </a:schemeClr>
                </a:solidFill>
                <a:effectLst/>
                <a:uFillTx/>
                <a:latin typeface="Calibri"/>
              </a:rPr>
              <a:t>&lt;date/time&gt;</a:t>
            </a:r>
            <a:endParaRPr b="0" lang="en-US" sz="4320" strike="noStrike" u="none">
              <a:solidFill>
                <a:srgbClr val="000000"/>
              </a:solidFill>
              <a:effectLst/>
              <a:uFillTx/>
              <a:latin typeface="Times New Roman"/>
            </a:endParaRPr>
          </a:p>
        </p:txBody>
      </p:sp>
      <p:sp>
        <p:nvSpPr>
          <p:cNvPr id="39" name="PlaceHolder 7"/>
          <p:cNvSpPr>
            <a:spLocks noGrp="1"/>
          </p:cNvSpPr>
          <p:nvPr>
            <p:ph type="ftr" idx="20"/>
          </p:nvPr>
        </p:nvSpPr>
        <p:spPr>
          <a:xfrm>
            <a:off x="10904400" y="40680720"/>
            <a:ext cx="11109600" cy="2336400"/>
          </a:xfrm>
          <a:prstGeom prst="rect">
            <a:avLst/>
          </a:prstGeom>
          <a:noFill/>
          <a:ln w="0">
            <a:noFill/>
          </a:ln>
        </p:spPr>
        <p:txBody>
          <a:bodyPr lIns="91440" rIns="91440" tIns="45720" bIns="45720" anchor="ctr">
            <a:noAutofit/>
          </a:bodyPr>
          <a:lstStyle>
            <a:lvl1pPr indent="0" algn="ctr">
              <a:buNone/>
              <a:defRPr b="0" lang="en-US" sz="1400" strike="noStrike" u="none">
                <a:solidFill>
                  <a:srgbClr val="000000"/>
                </a:solidFill>
                <a:effectLst/>
                <a:uFillTx/>
                <a:latin typeface="Times New Roman"/>
              </a:defRPr>
            </a:lvl1pPr>
          </a:lstStyle>
          <a:p>
            <a:pPr indent="0" algn="ctr">
              <a:buNone/>
            </a:pPr>
            <a:r>
              <a:rPr b="0" lang="en-US" sz="1400" strike="noStrike" u="none">
                <a:solidFill>
                  <a:srgbClr val="000000"/>
                </a:solidFill>
                <a:effectLst/>
                <a:uFillTx/>
                <a:latin typeface="Times New Roman"/>
              </a:rPr>
              <a:t>&lt;footer&gt;</a:t>
            </a:r>
            <a:endParaRPr b="0" lang="en-US" sz="1400" strike="noStrike" u="none">
              <a:solidFill>
                <a:srgbClr val="000000"/>
              </a:solidFill>
              <a:effectLst/>
              <a:uFillTx/>
              <a:latin typeface="Times New Roman"/>
            </a:endParaRPr>
          </a:p>
        </p:txBody>
      </p:sp>
      <p:sp>
        <p:nvSpPr>
          <p:cNvPr id="40" name="PlaceHolder 8"/>
          <p:cNvSpPr>
            <a:spLocks noGrp="1"/>
          </p:cNvSpPr>
          <p:nvPr>
            <p:ph type="sldNum" idx="21"/>
          </p:nvPr>
        </p:nvSpPr>
        <p:spPr>
          <a:xfrm>
            <a:off x="23248800" y="40680720"/>
            <a:ext cx="7406280" cy="2336400"/>
          </a:xfrm>
          <a:prstGeom prst="rect">
            <a:avLst/>
          </a:prstGeom>
          <a:noFill/>
          <a:ln w="0">
            <a:noFill/>
          </a:ln>
        </p:spPr>
        <p:txBody>
          <a:bodyPr lIns="91440" rIns="91440" tIns="45720" bIns="45720" anchor="ctr">
            <a:noAutofit/>
          </a:bodyPr>
          <a:lstStyle>
            <a:lvl1pPr indent="0" algn="r" defTabSz="3686760">
              <a:lnSpc>
                <a:spcPct val="100000"/>
              </a:lnSpc>
              <a:buNone/>
              <a:defRPr b="0" lang="en-US" sz="4320" strike="noStrike" u="none">
                <a:solidFill>
                  <a:schemeClr val="dk1">
                    <a:tint val="75000"/>
                  </a:schemeClr>
                </a:solidFill>
                <a:effectLst/>
                <a:uFillTx/>
                <a:latin typeface="Calibri"/>
              </a:defRPr>
            </a:lvl1pPr>
          </a:lstStyle>
          <a:p>
            <a:pPr indent="0" algn="r" defTabSz="3686760">
              <a:lnSpc>
                <a:spcPct val="100000"/>
              </a:lnSpc>
              <a:buNone/>
            </a:pPr>
            <a:fld id="{BF581548-F6BC-4C7E-ABC2-29B1CD527CDB}" type="slidenum">
              <a:rPr b="0" lang="en-US" sz="4320" strike="noStrike" u="none">
                <a:solidFill>
                  <a:schemeClr val="dk1">
                    <a:tint val="75000"/>
                  </a:schemeClr>
                </a:solidFill>
                <a:effectLst/>
                <a:uFillTx/>
                <a:latin typeface="Calibri"/>
              </a:rPr>
              <a:t>&lt;number&gt;</a:t>
            </a:fld>
            <a:endParaRPr b="0" lang="en-US" sz="4320" strike="noStrike" u="none">
              <a:solidFill>
                <a:srgbClr val="000000"/>
              </a:solidFill>
              <a:effectLst/>
              <a:uFillTx/>
              <a:latin typeface="Times New Roman"/>
            </a:endParaRPr>
          </a:p>
        </p:txBody>
      </p:sp>
    </p:spTree>
  </p:cSld>
  <p:clrMap bg1="lt1" tx1="dk1" bg2="lt2" tx2="dk2" accent1="accent1" accent2="accent2" accent3="accent3" accent4="accent4" accent5="accent5" accent6="accent6" hlink="hlink" folHlink="folHlink"/>
  <p:sldLayoutIdLst/>
</p:sldMaster>
</file>

<file path=ppt/slideMasters/slideMaster8.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1" name="PlaceHolder 1"/>
          <p:cNvSpPr>
            <a:spLocks noGrp="1"/>
          </p:cNvSpPr>
          <p:nvPr>
            <p:ph type="title"/>
          </p:nvPr>
        </p:nvSpPr>
        <p:spPr>
          <a:xfrm>
            <a:off x="2263320" y="2336760"/>
            <a:ext cx="28391760" cy="8483400"/>
          </a:xfrm>
          <a:prstGeom prst="rect">
            <a:avLst/>
          </a:prstGeom>
          <a:noFill/>
          <a:ln w="0">
            <a:noFill/>
          </a:ln>
        </p:spPr>
        <p:txBody>
          <a:bodyPr lIns="91440" rIns="91440" tIns="45720" bIns="45720" anchor="ctr">
            <a:noAutofit/>
          </a:bodyPr>
          <a:p>
            <a:pPr indent="0" defTabSz="3291840">
              <a:lnSpc>
                <a:spcPct val="90000"/>
              </a:lnSpc>
              <a:buNone/>
            </a:pPr>
            <a:r>
              <a:rPr b="0" lang="en-US" sz="15839" strike="noStrike" u="none">
                <a:solidFill>
                  <a:schemeClr val="dk1"/>
                </a:solidFill>
                <a:effectLst/>
                <a:uFillTx/>
                <a:latin typeface="Calibri Light"/>
              </a:rPr>
              <a:t>Click to edit Master title style</a:t>
            </a:r>
            <a:endParaRPr b="0" lang="en-US" sz="15839" strike="noStrike" u="none">
              <a:solidFill>
                <a:schemeClr val="dk1"/>
              </a:solidFill>
              <a:effectLst/>
              <a:uFillTx/>
              <a:latin typeface="Calibri"/>
            </a:endParaRPr>
          </a:p>
        </p:txBody>
      </p:sp>
      <p:sp>
        <p:nvSpPr>
          <p:cNvPr id="42" name="PlaceHolder 2"/>
          <p:cNvSpPr>
            <a:spLocks noGrp="1"/>
          </p:cNvSpPr>
          <p:nvPr>
            <p:ph type="dt" idx="22"/>
          </p:nvPr>
        </p:nvSpPr>
        <p:spPr>
          <a:xfrm>
            <a:off x="2263320" y="40680720"/>
            <a:ext cx="7406280" cy="2336400"/>
          </a:xfrm>
          <a:prstGeom prst="rect">
            <a:avLst/>
          </a:prstGeom>
          <a:noFill/>
          <a:ln w="0">
            <a:noFill/>
          </a:ln>
        </p:spPr>
        <p:txBody>
          <a:bodyPr lIns="91440" rIns="91440" tIns="45720" bIns="45720" anchor="ctr">
            <a:noAutofit/>
          </a:bodyPr>
          <a:lstStyle>
            <a:lvl1pPr indent="0" defTabSz="3686760">
              <a:lnSpc>
                <a:spcPct val="100000"/>
              </a:lnSpc>
              <a:buNone/>
              <a:defRPr b="0" lang="en-US" sz="4320" strike="noStrike" u="none">
                <a:solidFill>
                  <a:schemeClr val="dk1">
                    <a:tint val="75000"/>
                  </a:schemeClr>
                </a:solidFill>
                <a:effectLst/>
                <a:uFillTx/>
                <a:latin typeface="Calibri"/>
              </a:defRPr>
            </a:lvl1pPr>
          </a:lstStyle>
          <a:p>
            <a:pPr indent="0" defTabSz="3686760">
              <a:lnSpc>
                <a:spcPct val="100000"/>
              </a:lnSpc>
              <a:buNone/>
            </a:pPr>
            <a:r>
              <a:rPr b="0" lang="en-US" sz="4320" strike="noStrike" u="none">
                <a:solidFill>
                  <a:schemeClr val="dk1">
                    <a:tint val="75000"/>
                  </a:schemeClr>
                </a:solidFill>
                <a:effectLst/>
                <a:uFillTx/>
                <a:latin typeface="Calibri"/>
              </a:rPr>
              <a:t>&lt;date/time&gt;</a:t>
            </a:r>
            <a:endParaRPr b="0" lang="en-US" sz="4320" strike="noStrike" u="none">
              <a:solidFill>
                <a:srgbClr val="000000"/>
              </a:solidFill>
              <a:effectLst/>
              <a:uFillTx/>
              <a:latin typeface="Times New Roman"/>
            </a:endParaRPr>
          </a:p>
        </p:txBody>
      </p:sp>
      <p:sp>
        <p:nvSpPr>
          <p:cNvPr id="43" name="PlaceHolder 3"/>
          <p:cNvSpPr>
            <a:spLocks noGrp="1"/>
          </p:cNvSpPr>
          <p:nvPr>
            <p:ph type="ftr" idx="23"/>
          </p:nvPr>
        </p:nvSpPr>
        <p:spPr>
          <a:xfrm>
            <a:off x="10904400" y="40680720"/>
            <a:ext cx="11109600" cy="2336400"/>
          </a:xfrm>
          <a:prstGeom prst="rect">
            <a:avLst/>
          </a:prstGeom>
          <a:noFill/>
          <a:ln w="0">
            <a:noFill/>
          </a:ln>
        </p:spPr>
        <p:txBody>
          <a:bodyPr lIns="91440" rIns="91440" tIns="45720" bIns="45720" anchor="ctr">
            <a:noAutofit/>
          </a:bodyPr>
          <a:lstStyle>
            <a:lvl1pPr indent="0" algn="ctr">
              <a:buNone/>
              <a:defRPr b="0" lang="en-US" sz="1400" strike="noStrike" u="none">
                <a:solidFill>
                  <a:srgbClr val="000000"/>
                </a:solidFill>
                <a:effectLst/>
                <a:uFillTx/>
                <a:latin typeface="Times New Roman"/>
              </a:defRPr>
            </a:lvl1pPr>
          </a:lstStyle>
          <a:p>
            <a:pPr indent="0" algn="ctr">
              <a:buNone/>
            </a:pPr>
            <a:r>
              <a:rPr b="0" lang="en-US" sz="1400" strike="noStrike" u="none">
                <a:solidFill>
                  <a:srgbClr val="000000"/>
                </a:solidFill>
                <a:effectLst/>
                <a:uFillTx/>
                <a:latin typeface="Times New Roman"/>
              </a:rPr>
              <a:t>&lt;footer&gt;</a:t>
            </a:r>
            <a:endParaRPr b="0" lang="en-US" sz="1400" strike="noStrike" u="none">
              <a:solidFill>
                <a:srgbClr val="000000"/>
              </a:solidFill>
              <a:effectLst/>
              <a:uFillTx/>
              <a:latin typeface="Times New Roman"/>
            </a:endParaRPr>
          </a:p>
        </p:txBody>
      </p:sp>
      <p:sp>
        <p:nvSpPr>
          <p:cNvPr id="44" name="PlaceHolder 4"/>
          <p:cNvSpPr>
            <a:spLocks noGrp="1"/>
          </p:cNvSpPr>
          <p:nvPr>
            <p:ph type="sldNum" idx="24"/>
          </p:nvPr>
        </p:nvSpPr>
        <p:spPr>
          <a:xfrm>
            <a:off x="23248800" y="40680720"/>
            <a:ext cx="7406280" cy="2336400"/>
          </a:xfrm>
          <a:prstGeom prst="rect">
            <a:avLst/>
          </a:prstGeom>
          <a:noFill/>
          <a:ln w="0">
            <a:noFill/>
          </a:ln>
        </p:spPr>
        <p:txBody>
          <a:bodyPr lIns="91440" rIns="91440" tIns="45720" bIns="45720" anchor="ctr">
            <a:noAutofit/>
          </a:bodyPr>
          <a:lstStyle>
            <a:lvl1pPr indent="0" algn="r" defTabSz="3686760">
              <a:lnSpc>
                <a:spcPct val="100000"/>
              </a:lnSpc>
              <a:buNone/>
              <a:defRPr b="0" lang="en-US" sz="4320" strike="noStrike" u="none">
                <a:solidFill>
                  <a:schemeClr val="dk1">
                    <a:tint val="75000"/>
                  </a:schemeClr>
                </a:solidFill>
                <a:effectLst/>
                <a:uFillTx/>
                <a:latin typeface="Calibri"/>
              </a:defRPr>
            </a:lvl1pPr>
          </a:lstStyle>
          <a:p>
            <a:pPr indent="0" algn="r" defTabSz="3686760">
              <a:lnSpc>
                <a:spcPct val="100000"/>
              </a:lnSpc>
              <a:buNone/>
            </a:pPr>
            <a:fld id="{0F05AC51-3074-4323-8D78-C52EDF208115}" type="slidenum">
              <a:rPr b="0" lang="en-US" sz="4320" strike="noStrike" u="none">
                <a:solidFill>
                  <a:schemeClr val="dk1">
                    <a:tint val="75000"/>
                  </a:schemeClr>
                </a:solidFill>
                <a:effectLst/>
                <a:uFillTx/>
                <a:latin typeface="Calibri"/>
              </a:rPr>
              <a:t>&lt;number&gt;</a:t>
            </a:fld>
            <a:endParaRPr b="0" lang="en-US" sz="4320" strike="noStrike" u="none">
              <a:solidFill>
                <a:srgbClr val="000000"/>
              </a:solidFill>
              <a:effectLst/>
              <a:uFillTx/>
              <a:latin typeface="Times New Roman"/>
            </a:endParaRPr>
          </a:p>
        </p:txBody>
      </p:sp>
    </p:spTree>
  </p:cSld>
  <p:clrMap bg1="lt1" tx1="dk1" bg2="lt2" tx2="dk2" accent1="accent1" accent2="accent2" accent3="accent3" accent4="accent4" accent5="accent5" accent6="accent6" hlink="hlink" folHlink="folHlink"/>
  <p:sldLayoutIdLst/>
</p:sldMaster>
</file>

<file path=ppt/slideMasters/slideMaster9.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5" name="PlaceHolder 1"/>
          <p:cNvSpPr>
            <a:spLocks noGrp="1"/>
          </p:cNvSpPr>
          <p:nvPr>
            <p:ph type="dt" idx="25"/>
          </p:nvPr>
        </p:nvSpPr>
        <p:spPr>
          <a:xfrm>
            <a:off x="2263320" y="40680720"/>
            <a:ext cx="7406280" cy="2336400"/>
          </a:xfrm>
          <a:prstGeom prst="rect">
            <a:avLst/>
          </a:prstGeom>
          <a:noFill/>
          <a:ln w="0">
            <a:noFill/>
          </a:ln>
        </p:spPr>
        <p:txBody>
          <a:bodyPr lIns="91440" rIns="91440" tIns="45720" bIns="45720" anchor="ctr">
            <a:noAutofit/>
          </a:bodyPr>
          <a:lstStyle>
            <a:lvl1pPr indent="0" defTabSz="3686760">
              <a:lnSpc>
                <a:spcPct val="100000"/>
              </a:lnSpc>
              <a:buNone/>
              <a:defRPr b="0" lang="en-US" sz="4320" strike="noStrike" u="none">
                <a:solidFill>
                  <a:schemeClr val="dk1">
                    <a:tint val="75000"/>
                  </a:schemeClr>
                </a:solidFill>
                <a:effectLst/>
                <a:uFillTx/>
                <a:latin typeface="Calibri"/>
              </a:defRPr>
            </a:lvl1pPr>
          </a:lstStyle>
          <a:p>
            <a:pPr indent="0" defTabSz="3686760">
              <a:lnSpc>
                <a:spcPct val="100000"/>
              </a:lnSpc>
              <a:buNone/>
            </a:pPr>
            <a:r>
              <a:rPr b="0" lang="en-US" sz="4320" strike="noStrike" u="none">
                <a:solidFill>
                  <a:schemeClr val="dk1">
                    <a:tint val="75000"/>
                  </a:schemeClr>
                </a:solidFill>
                <a:effectLst/>
                <a:uFillTx/>
                <a:latin typeface="Calibri"/>
              </a:rPr>
              <a:t>&lt;date/time&gt;</a:t>
            </a:r>
            <a:endParaRPr b="0" lang="en-US" sz="4320" strike="noStrike" u="none">
              <a:solidFill>
                <a:srgbClr val="000000"/>
              </a:solidFill>
              <a:effectLst/>
              <a:uFillTx/>
              <a:latin typeface="Times New Roman"/>
            </a:endParaRPr>
          </a:p>
        </p:txBody>
      </p:sp>
      <p:sp>
        <p:nvSpPr>
          <p:cNvPr id="46" name="PlaceHolder 2"/>
          <p:cNvSpPr>
            <a:spLocks noGrp="1"/>
          </p:cNvSpPr>
          <p:nvPr>
            <p:ph type="ftr" idx="26"/>
          </p:nvPr>
        </p:nvSpPr>
        <p:spPr>
          <a:xfrm>
            <a:off x="10904400" y="40680720"/>
            <a:ext cx="11109600" cy="2336400"/>
          </a:xfrm>
          <a:prstGeom prst="rect">
            <a:avLst/>
          </a:prstGeom>
          <a:noFill/>
          <a:ln w="0">
            <a:noFill/>
          </a:ln>
        </p:spPr>
        <p:txBody>
          <a:bodyPr lIns="91440" rIns="91440" tIns="45720" bIns="45720" anchor="ctr">
            <a:noAutofit/>
          </a:bodyPr>
          <a:lstStyle>
            <a:lvl1pPr indent="0" algn="ctr">
              <a:buNone/>
              <a:defRPr b="0" lang="en-US" sz="1400" strike="noStrike" u="none">
                <a:solidFill>
                  <a:srgbClr val="000000"/>
                </a:solidFill>
                <a:effectLst/>
                <a:uFillTx/>
                <a:latin typeface="Times New Roman"/>
              </a:defRPr>
            </a:lvl1pPr>
          </a:lstStyle>
          <a:p>
            <a:pPr indent="0" algn="ctr">
              <a:buNone/>
            </a:pPr>
            <a:r>
              <a:rPr b="0" lang="en-US" sz="1400" strike="noStrike" u="none">
                <a:solidFill>
                  <a:srgbClr val="000000"/>
                </a:solidFill>
                <a:effectLst/>
                <a:uFillTx/>
                <a:latin typeface="Times New Roman"/>
              </a:rPr>
              <a:t>&lt;footer&gt;</a:t>
            </a:r>
            <a:endParaRPr b="0" lang="en-US" sz="1400" strike="noStrike" u="none">
              <a:solidFill>
                <a:srgbClr val="000000"/>
              </a:solidFill>
              <a:effectLst/>
              <a:uFillTx/>
              <a:latin typeface="Times New Roman"/>
            </a:endParaRPr>
          </a:p>
        </p:txBody>
      </p:sp>
      <p:sp>
        <p:nvSpPr>
          <p:cNvPr id="47" name="PlaceHolder 3"/>
          <p:cNvSpPr>
            <a:spLocks noGrp="1"/>
          </p:cNvSpPr>
          <p:nvPr>
            <p:ph type="sldNum" idx="27"/>
          </p:nvPr>
        </p:nvSpPr>
        <p:spPr>
          <a:xfrm>
            <a:off x="23248800" y="40680720"/>
            <a:ext cx="7406280" cy="2336400"/>
          </a:xfrm>
          <a:prstGeom prst="rect">
            <a:avLst/>
          </a:prstGeom>
          <a:noFill/>
          <a:ln w="0">
            <a:noFill/>
          </a:ln>
        </p:spPr>
        <p:txBody>
          <a:bodyPr lIns="91440" rIns="91440" tIns="45720" bIns="45720" anchor="ctr">
            <a:noAutofit/>
          </a:bodyPr>
          <a:lstStyle>
            <a:lvl1pPr indent="0" algn="r" defTabSz="3686760">
              <a:lnSpc>
                <a:spcPct val="100000"/>
              </a:lnSpc>
              <a:buNone/>
              <a:defRPr b="0" lang="en-US" sz="4320" strike="noStrike" u="none">
                <a:solidFill>
                  <a:schemeClr val="dk1">
                    <a:tint val="75000"/>
                  </a:schemeClr>
                </a:solidFill>
                <a:effectLst/>
                <a:uFillTx/>
                <a:latin typeface="Calibri"/>
              </a:defRPr>
            </a:lvl1pPr>
          </a:lstStyle>
          <a:p>
            <a:pPr indent="0" algn="r" defTabSz="3686760">
              <a:lnSpc>
                <a:spcPct val="100000"/>
              </a:lnSpc>
              <a:buNone/>
            </a:pPr>
            <a:fld id="{46A45BA0-370F-40AA-852A-A228D61883BD}" type="slidenum">
              <a:rPr b="0" lang="en-US" sz="4320" strike="noStrike" u="none">
                <a:solidFill>
                  <a:schemeClr val="dk1">
                    <a:tint val="75000"/>
                  </a:schemeClr>
                </a:solidFill>
                <a:effectLst/>
                <a:uFillTx/>
                <a:latin typeface="Calibri"/>
              </a:rPr>
              <a:t>&lt;number&gt;</a:t>
            </a:fld>
            <a:endParaRPr b="0" lang="en-US" sz="4320" strike="noStrike" u="none">
              <a:solidFill>
                <a:srgbClr val="000000"/>
              </a:solidFill>
              <a:effectLst/>
              <a:uFillTx/>
              <a:latin typeface="Times New Roman"/>
            </a:endParaRPr>
          </a:p>
        </p:txBody>
      </p:sp>
    </p:spTree>
  </p:cSld>
  <p:clrMap bg1="lt1" tx1="dk1" bg2="lt2" tx2="dk2" accent1="accent1" accent2="accent2" accent3="accent3" accent4="accent4" accent5="accent5" accent6="accent6" hlink="hlink" folHlink="folHlink"/>
  <p:sldLayoutIdLst/>
</p:sldMaster>
</file>

<file path=ppt/slideMasters/slideMaster10.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8" name="PlaceHolder 1"/>
          <p:cNvSpPr>
            <a:spLocks noGrp="1"/>
          </p:cNvSpPr>
          <p:nvPr>
            <p:ph type="title"/>
          </p:nvPr>
        </p:nvSpPr>
        <p:spPr>
          <a:xfrm>
            <a:off x="2267280" y="2926080"/>
            <a:ext cx="10616760" cy="10240920"/>
          </a:xfrm>
          <a:prstGeom prst="rect">
            <a:avLst/>
          </a:prstGeom>
          <a:noFill/>
          <a:ln w="0">
            <a:noFill/>
          </a:ln>
        </p:spPr>
        <p:txBody>
          <a:bodyPr lIns="91440" rIns="91440" tIns="45720" bIns="45720" anchor="b">
            <a:noAutofit/>
          </a:bodyPr>
          <a:p>
            <a:pPr indent="0" defTabSz="3291840">
              <a:lnSpc>
                <a:spcPct val="90000"/>
              </a:lnSpc>
              <a:buNone/>
            </a:pPr>
            <a:r>
              <a:rPr b="0" lang="en-US" sz="11520" strike="noStrike" u="none">
                <a:solidFill>
                  <a:schemeClr val="dk1"/>
                </a:solidFill>
                <a:effectLst/>
                <a:uFillTx/>
                <a:latin typeface="Calibri Light"/>
              </a:rPr>
              <a:t>Click to edit Master title style</a:t>
            </a:r>
            <a:endParaRPr b="0" lang="en-US" sz="11520" strike="noStrike" u="none">
              <a:solidFill>
                <a:schemeClr val="dk1"/>
              </a:solidFill>
              <a:effectLst/>
              <a:uFillTx/>
              <a:latin typeface="Calibri"/>
            </a:endParaRPr>
          </a:p>
        </p:txBody>
      </p:sp>
      <p:sp>
        <p:nvSpPr>
          <p:cNvPr id="49" name="PlaceHolder 2"/>
          <p:cNvSpPr>
            <a:spLocks noGrp="1"/>
          </p:cNvSpPr>
          <p:nvPr>
            <p:ph type="body"/>
          </p:nvPr>
        </p:nvSpPr>
        <p:spPr>
          <a:xfrm>
            <a:off x="13994640" y="6319440"/>
            <a:ext cx="16664760" cy="31190760"/>
          </a:xfrm>
          <a:prstGeom prst="rect">
            <a:avLst/>
          </a:prstGeom>
          <a:noFill/>
          <a:ln w="0">
            <a:noFill/>
          </a:ln>
        </p:spPr>
        <p:txBody>
          <a:bodyPr lIns="91440" rIns="91440" tIns="45720" bIns="45720" anchor="t">
            <a:noAutofit/>
          </a:bodyPr>
          <a:p>
            <a:pPr marL="432000" indent="-324000" defTabSz="3291840">
              <a:lnSpc>
                <a:spcPct val="90000"/>
              </a:lnSpc>
              <a:spcBef>
                <a:spcPts val="3600"/>
              </a:spcBef>
              <a:buClr>
                <a:srgbClr val="000000"/>
              </a:buClr>
              <a:buSzPct val="45000"/>
              <a:buFont typeface="Wingdings" charset="2"/>
              <a:buChar char=""/>
            </a:pPr>
            <a:r>
              <a:rPr b="0" lang="en-US" sz="11520" strike="noStrike" u="none">
                <a:solidFill>
                  <a:schemeClr val="dk1"/>
                </a:solidFill>
                <a:effectLst/>
                <a:uFillTx/>
                <a:latin typeface="Calibri"/>
              </a:rPr>
              <a:t>Click to edit Master text styles</a:t>
            </a:r>
            <a:endParaRPr b="0" lang="en-US" sz="11520" strike="noStrike" u="none">
              <a:solidFill>
                <a:schemeClr val="dk1"/>
              </a:solidFill>
              <a:effectLst/>
              <a:uFillTx/>
              <a:latin typeface="Calibri"/>
            </a:endParaRPr>
          </a:p>
          <a:p>
            <a:pPr lvl="1" marL="864000" indent="-324000" defTabSz="3291840">
              <a:lnSpc>
                <a:spcPct val="90000"/>
              </a:lnSpc>
              <a:spcBef>
                <a:spcPts val="1800"/>
              </a:spcBef>
              <a:buClr>
                <a:srgbClr val="000000"/>
              </a:buClr>
              <a:buSzPct val="75000"/>
              <a:buFont typeface="Symbol" charset="2"/>
              <a:buChar char=""/>
            </a:pPr>
            <a:r>
              <a:rPr b="0" lang="en-US" sz="10080" strike="noStrike" u="none">
                <a:solidFill>
                  <a:schemeClr val="dk1"/>
                </a:solidFill>
                <a:effectLst/>
                <a:uFillTx/>
                <a:latin typeface="Calibri"/>
              </a:rPr>
              <a:t>Second level</a:t>
            </a:r>
            <a:endParaRPr b="0" lang="en-US" sz="10080" strike="noStrike" u="none">
              <a:solidFill>
                <a:schemeClr val="dk1"/>
              </a:solidFill>
              <a:effectLst/>
              <a:uFillTx/>
              <a:latin typeface="Calibri"/>
            </a:endParaRPr>
          </a:p>
          <a:p>
            <a:pPr lvl="2" marL="1296000" indent="-288000" defTabSz="3291840">
              <a:lnSpc>
                <a:spcPct val="90000"/>
              </a:lnSpc>
              <a:spcBef>
                <a:spcPts val="1800"/>
              </a:spcBef>
              <a:buClr>
                <a:srgbClr val="000000"/>
              </a:buClr>
              <a:buSzPct val="45000"/>
              <a:buFont typeface="Wingdings" charset="2"/>
              <a:buChar char=""/>
            </a:pPr>
            <a:r>
              <a:rPr b="0" lang="en-US" sz="8640" strike="noStrike" u="none">
                <a:solidFill>
                  <a:schemeClr val="dk1"/>
                </a:solidFill>
                <a:effectLst/>
                <a:uFillTx/>
                <a:latin typeface="Calibri"/>
              </a:rPr>
              <a:t>Third level</a:t>
            </a:r>
            <a:endParaRPr b="0" lang="en-US" sz="8640" strike="noStrike" u="none">
              <a:solidFill>
                <a:schemeClr val="dk1"/>
              </a:solidFill>
              <a:effectLst/>
              <a:uFillTx/>
              <a:latin typeface="Calibri"/>
            </a:endParaRPr>
          </a:p>
          <a:p>
            <a:pPr lvl="3" marL="1728000" indent="-216000" defTabSz="3291840">
              <a:lnSpc>
                <a:spcPct val="90000"/>
              </a:lnSpc>
              <a:spcBef>
                <a:spcPts val="1800"/>
              </a:spcBef>
              <a:buClr>
                <a:srgbClr val="000000"/>
              </a:buClr>
              <a:buSzPct val="75000"/>
              <a:buFont typeface="Symbol" charset="2"/>
              <a:buChar char=""/>
            </a:pPr>
            <a:r>
              <a:rPr b="0" lang="en-US" sz="7200" strike="noStrike" u="none">
                <a:solidFill>
                  <a:schemeClr val="dk1"/>
                </a:solidFill>
                <a:effectLst/>
                <a:uFillTx/>
                <a:latin typeface="Calibri"/>
              </a:rPr>
              <a:t>Fourth level</a:t>
            </a:r>
            <a:endParaRPr b="0" lang="en-US" sz="7200" strike="noStrike" u="none">
              <a:solidFill>
                <a:schemeClr val="dk1"/>
              </a:solidFill>
              <a:effectLst/>
              <a:uFillTx/>
              <a:latin typeface="Calibri"/>
            </a:endParaRPr>
          </a:p>
          <a:p>
            <a:pPr lvl="4" marL="2160000" indent="-216000" defTabSz="3291840">
              <a:lnSpc>
                <a:spcPct val="90000"/>
              </a:lnSpc>
              <a:spcBef>
                <a:spcPts val="1800"/>
              </a:spcBef>
              <a:buClr>
                <a:srgbClr val="000000"/>
              </a:buClr>
              <a:buSzPct val="45000"/>
              <a:buFont typeface="Wingdings" charset="2"/>
              <a:buChar char=""/>
            </a:pPr>
            <a:r>
              <a:rPr b="0" lang="en-US" sz="7200" strike="noStrike" u="none">
                <a:solidFill>
                  <a:schemeClr val="dk1"/>
                </a:solidFill>
                <a:effectLst/>
                <a:uFillTx/>
                <a:latin typeface="Calibri"/>
              </a:rPr>
              <a:t>Fifth level</a:t>
            </a:r>
            <a:endParaRPr b="0" lang="en-US" sz="7200" strike="noStrike" u="none">
              <a:solidFill>
                <a:schemeClr val="dk1"/>
              </a:solidFill>
              <a:effectLst/>
              <a:uFillTx/>
              <a:latin typeface="Calibri"/>
            </a:endParaRPr>
          </a:p>
        </p:txBody>
      </p:sp>
      <p:sp>
        <p:nvSpPr>
          <p:cNvPr id="50" name="PlaceHolder 3"/>
          <p:cNvSpPr>
            <a:spLocks noGrp="1"/>
          </p:cNvSpPr>
          <p:nvPr>
            <p:ph type="body"/>
          </p:nvPr>
        </p:nvSpPr>
        <p:spPr>
          <a:xfrm>
            <a:off x="2267280" y="13167360"/>
            <a:ext cx="10616760" cy="24393960"/>
          </a:xfrm>
          <a:prstGeom prst="rect">
            <a:avLst/>
          </a:prstGeom>
          <a:noFill/>
          <a:ln w="0">
            <a:noFill/>
          </a:ln>
        </p:spPr>
        <p:txBody>
          <a:bodyPr lIns="91440" rIns="91440" tIns="45720" bIns="45720" anchor="t">
            <a:noAutofit/>
          </a:bodyPr>
          <a:p>
            <a:pPr indent="0" defTabSz="3291840">
              <a:lnSpc>
                <a:spcPct val="90000"/>
              </a:lnSpc>
              <a:spcBef>
                <a:spcPts val="3600"/>
              </a:spcBef>
              <a:buNone/>
              <a:tabLst>
                <a:tab algn="l" pos="0"/>
              </a:tabLst>
            </a:pPr>
            <a:r>
              <a:rPr b="0" lang="en-US" sz="5760" strike="noStrike" u="none">
                <a:solidFill>
                  <a:schemeClr val="dk1"/>
                </a:solidFill>
                <a:effectLst/>
                <a:uFillTx/>
                <a:latin typeface="Calibri"/>
              </a:rPr>
              <a:t>Click to edit Master text styles</a:t>
            </a:r>
            <a:endParaRPr b="0" lang="en-US" sz="5760" strike="noStrike" u="none">
              <a:solidFill>
                <a:schemeClr val="dk1"/>
              </a:solidFill>
              <a:effectLst/>
              <a:uFillTx/>
              <a:latin typeface="Calibri"/>
            </a:endParaRPr>
          </a:p>
        </p:txBody>
      </p:sp>
      <p:sp>
        <p:nvSpPr>
          <p:cNvPr id="51" name="PlaceHolder 4"/>
          <p:cNvSpPr>
            <a:spLocks noGrp="1"/>
          </p:cNvSpPr>
          <p:nvPr>
            <p:ph type="dt" idx="28"/>
          </p:nvPr>
        </p:nvSpPr>
        <p:spPr>
          <a:xfrm>
            <a:off x="2263320" y="40680720"/>
            <a:ext cx="7406280" cy="2336400"/>
          </a:xfrm>
          <a:prstGeom prst="rect">
            <a:avLst/>
          </a:prstGeom>
          <a:noFill/>
          <a:ln w="0">
            <a:noFill/>
          </a:ln>
        </p:spPr>
        <p:txBody>
          <a:bodyPr lIns="91440" rIns="91440" tIns="45720" bIns="45720" anchor="ctr">
            <a:noAutofit/>
          </a:bodyPr>
          <a:lstStyle>
            <a:lvl1pPr indent="0" defTabSz="3686760">
              <a:lnSpc>
                <a:spcPct val="100000"/>
              </a:lnSpc>
              <a:buNone/>
              <a:defRPr b="0" lang="en-US" sz="4320" strike="noStrike" u="none">
                <a:solidFill>
                  <a:schemeClr val="dk1">
                    <a:tint val="75000"/>
                  </a:schemeClr>
                </a:solidFill>
                <a:effectLst/>
                <a:uFillTx/>
                <a:latin typeface="Calibri"/>
              </a:defRPr>
            </a:lvl1pPr>
          </a:lstStyle>
          <a:p>
            <a:pPr indent="0" defTabSz="3686760">
              <a:lnSpc>
                <a:spcPct val="100000"/>
              </a:lnSpc>
              <a:buNone/>
            </a:pPr>
            <a:r>
              <a:rPr b="0" lang="en-US" sz="4320" strike="noStrike" u="none">
                <a:solidFill>
                  <a:schemeClr val="dk1">
                    <a:tint val="75000"/>
                  </a:schemeClr>
                </a:solidFill>
                <a:effectLst/>
                <a:uFillTx/>
                <a:latin typeface="Calibri"/>
              </a:rPr>
              <a:t>&lt;date/time&gt;</a:t>
            </a:r>
            <a:endParaRPr b="0" lang="en-US" sz="4320" strike="noStrike" u="none">
              <a:solidFill>
                <a:srgbClr val="000000"/>
              </a:solidFill>
              <a:effectLst/>
              <a:uFillTx/>
              <a:latin typeface="Times New Roman"/>
            </a:endParaRPr>
          </a:p>
        </p:txBody>
      </p:sp>
      <p:sp>
        <p:nvSpPr>
          <p:cNvPr id="52" name="PlaceHolder 5"/>
          <p:cNvSpPr>
            <a:spLocks noGrp="1"/>
          </p:cNvSpPr>
          <p:nvPr>
            <p:ph type="ftr" idx="29"/>
          </p:nvPr>
        </p:nvSpPr>
        <p:spPr>
          <a:xfrm>
            <a:off x="10904400" y="40680720"/>
            <a:ext cx="11109600" cy="2336400"/>
          </a:xfrm>
          <a:prstGeom prst="rect">
            <a:avLst/>
          </a:prstGeom>
          <a:noFill/>
          <a:ln w="0">
            <a:noFill/>
          </a:ln>
        </p:spPr>
        <p:txBody>
          <a:bodyPr lIns="91440" rIns="91440" tIns="45720" bIns="45720" anchor="ctr">
            <a:noAutofit/>
          </a:bodyPr>
          <a:lstStyle>
            <a:lvl1pPr indent="0" algn="ctr">
              <a:buNone/>
              <a:defRPr b="0" lang="en-US" sz="1400" strike="noStrike" u="none">
                <a:solidFill>
                  <a:srgbClr val="000000"/>
                </a:solidFill>
                <a:effectLst/>
                <a:uFillTx/>
                <a:latin typeface="Times New Roman"/>
              </a:defRPr>
            </a:lvl1pPr>
          </a:lstStyle>
          <a:p>
            <a:pPr indent="0" algn="ctr">
              <a:buNone/>
            </a:pPr>
            <a:r>
              <a:rPr b="0" lang="en-US" sz="1400" strike="noStrike" u="none">
                <a:solidFill>
                  <a:srgbClr val="000000"/>
                </a:solidFill>
                <a:effectLst/>
                <a:uFillTx/>
                <a:latin typeface="Times New Roman"/>
              </a:rPr>
              <a:t>&lt;footer&gt;</a:t>
            </a:r>
            <a:endParaRPr b="0" lang="en-US" sz="1400" strike="noStrike" u="none">
              <a:solidFill>
                <a:srgbClr val="000000"/>
              </a:solidFill>
              <a:effectLst/>
              <a:uFillTx/>
              <a:latin typeface="Times New Roman"/>
            </a:endParaRPr>
          </a:p>
        </p:txBody>
      </p:sp>
      <p:sp>
        <p:nvSpPr>
          <p:cNvPr id="53" name="PlaceHolder 6"/>
          <p:cNvSpPr>
            <a:spLocks noGrp="1"/>
          </p:cNvSpPr>
          <p:nvPr>
            <p:ph type="sldNum" idx="30"/>
          </p:nvPr>
        </p:nvSpPr>
        <p:spPr>
          <a:xfrm>
            <a:off x="23248800" y="40680720"/>
            <a:ext cx="7406280" cy="2336400"/>
          </a:xfrm>
          <a:prstGeom prst="rect">
            <a:avLst/>
          </a:prstGeom>
          <a:noFill/>
          <a:ln w="0">
            <a:noFill/>
          </a:ln>
        </p:spPr>
        <p:txBody>
          <a:bodyPr lIns="91440" rIns="91440" tIns="45720" bIns="45720" anchor="ctr">
            <a:noAutofit/>
          </a:bodyPr>
          <a:lstStyle>
            <a:lvl1pPr indent="0" algn="r" defTabSz="3686760">
              <a:lnSpc>
                <a:spcPct val="100000"/>
              </a:lnSpc>
              <a:buNone/>
              <a:defRPr b="0" lang="en-US" sz="4320" strike="noStrike" u="none">
                <a:solidFill>
                  <a:schemeClr val="dk1">
                    <a:tint val="75000"/>
                  </a:schemeClr>
                </a:solidFill>
                <a:effectLst/>
                <a:uFillTx/>
                <a:latin typeface="Calibri"/>
              </a:defRPr>
            </a:lvl1pPr>
          </a:lstStyle>
          <a:p>
            <a:pPr indent="0" algn="r" defTabSz="3686760">
              <a:lnSpc>
                <a:spcPct val="100000"/>
              </a:lnSpc>
              <a:buNone/>
            </a:pPr>
            <a:fld id="{8F0D49BD-4054-4D7E-9042-7F053818855F}" type="slidenum">
              <a:rPr b="0" lang="en-US" sz="4320" strike="noStrike" u="none">
                <a:solidFill>
                  <a:schemeClr val="dk1">
                    <a:tint val="75000"/>
                  </a:schemeClr>
                </a:solidFill>
                <a:effectLst/>
                <a:uFillTx/>
                <a:latin typeface="Calibri"/>
              </a:rPr>
              <a:t>&lt;number&gt;</a:t>
            </a:fld>
            <a:endParaRPr b="0" lang="en-US" sz="4320" strike="noStrike" u="none">
              <a:solidFill>
                <a:srgbClr val="000000"/>
              </a:solidFill>
              <a:effectLst/>
              <a:uFillTx/>
              <a:latin typeface="Times New Roman"/>
            </a:endParaRPr>
          </a:p>
        </p:txBody>
      </p:sp>
    </p:spTree>
  </p:cSld>
  <p:clrMap bg1="lt1" tx1="dk1" bg2="lt2" tx2="dk2" accent1="accent1" accent2="accent2" accent3="accent3" accent4="accent4" accent5="accent5" accent6="accent6" hlink="hlink" folHlink="folHlink"/>
  <p:sldLayoutIdLst/>
</p:sldMaster>
</file>

<file path=ppt/slideMasters/slideMaster1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54" name="PlaceHolder 1"/>
          <p:cNvSpPr>
            <a:spLocks noGrp="1"/>
          </p:cNvSpPr>
          <p:nvPr>
            <p:ph type="title"/>
          </p:nvPr>
        </p:nvSpPr>
        <p:spPr>
          <a:xfrm>
            <a:off x="2267280" y="2926080"/>
            <a:ext cx="10616760" cy="10240920"/>
          </a:xfrm>
          <a:prstGeom prst="rect">
            <a:avLst/>
          </a:prstGeom>
          <a:noFill/>
          <a:ln w="0">
            <a:noFill/>
          </a:ln>
        </p:spPr>
        <p:txBody>
          <a:bodyPr lIns="91440" rIns="91440" tIns="45720" bIns="45720" anchor="b">
            <a:noAutofit/>
          </a:bodyPr>
          <a:p>
            <a:pPr indent="0" defTabSz="3291840">
              <a:lnSpc>
                <a:spcPct val="90000"/>
              </a:lnSpc>
              <a:buNone/>
            </a:pPr>
            <a:r>
              <a:rPr b="0" lang="en-US" sz="11520" strike="noStrike" u="none">
                <a:solidFill>
                  <a:schemeClr val="dk1"/>
                </a:solidFill>
                <a:effectLst/>
                <a:uFillTx/>
                <a:latin typeface="Calibri Light"/>
              </a:rPr>
              <a:t>Click to edit Master title style</a:t>
            </a:r>
            <a:endParaRPr b="0" lang="en-US" sz="11520" strike="noStrike" u="none">
              <a:solidFill>
                <a:schemeClr val="dk1"/>
              </a:solidFill>
              <a:effectLst/>
              <a:uFillTx/>
              <a:latin typeface="Calibri"/>
            </a:endParaRPr>
          </a:p>
        </p:txBody>
      </p:sp>
      <p:sp>
        <p:nvSpPr>
          <p:cNvPr id="55" name="PlaceHolder 2"/>
          <p:cNvSpPr>
            <a:spLocks noGrp="1"/>
          </p:cNvSpPr>
          <p:nvPr>
            <p:ph type="body"/>
          </p:nvPr>
        </p:nvSpPr>
        <p:spPr>
          <a:xfrm>
            <a:off x="13994640" y="6319440"/>
            <a:ext cx="16664760" cy="31190760"/>
          </a:xfrm>
          <a:prstGeom prst="rect">
            <a:avLst/>
          </a:prstGeom>
          <a:noFill/>
          <a:ln w="0">
            <a:noFill/>
          </a:ln>
        </p:spPr>
        <p:txBody>
          <a:bodyPr lIns="90000" rIns="90000" tIns="45000" bIns="45000" anchor="t">
            <a:noAutofit/>
          </a:bodyPr>
          <a:p>
            <a:pPr marL="432000" indent="-324000" defTabSz="3686760">
              <a:lnSpc>
                <a:spcPct val="100000"/>
              </a:lnSpc>
              <a:buClr>
                <a:srgbClr val="000000"/>
              </a:buClr>
              <a:buSzPct val="45000"/>
              <a:buFont typeface="Wingdings" charset="2"/>
              <a:buChar char=""/>
              <a:tabLst>
                <a:tab algn="l" pos="0"/>
              </a:tabLst>
            </a:pPr>
            <a:r>
              <a:rPr b="0" lang="en-US" sz="11520" strike="noStrike" u="none">
                <a:solidFill>
                  <a:schemeClr val="dk1"/>
                </a:solidFill>
                <a:effectLst/>
                <a:uFillTx/>
                <a:latin typeface="Calibri"/>
              </a:rPr>
              <a:t>Click icon to add picture</a:t>
            </a:r>
            <a:endParaRPr b="0" lang="en-US" sz="11520" strike="noStrike" u="none">
              <a:solidFill>
                <a:schemeClr val="dk1"/>
              </a:solidFill>
              <a:effectLst/>
              <a:uFillTx/>
              <a:latin typeface="Calibri"/>
            </a:endParaRPr>
          </a:p>
        </p:txBody>
      </p:sp>
      <p:sp>
        <p:nvSpPr>
          <p:cNvPr id="56" name="PlaceHolder 3"/>
          <p:cNvSpPr>
            <a:spLocks noGrp="1"/>
          </p:cNvSpPr>
          <p:nvPr>
            <p:ph type="body"/>
          </p:nvPr>
        </p:nvSpPr>
        <p:spPr>
          <a:xfrm>
            <a:off x="2267280" y="13167360"/>
            <a:ext cx="10616760" cy="24393960"/>
          </a:xfrm>
          <a:prstGeom prst="rect">
            <a:avLst/>
          </a:prstGeom>
          <a:noFill/>
          <a:ln w="0">
            <a:noFill/>
          </a:ln>
        </p:spPr>
        <p:txBody>
          <a:bodyPr lIns="91440" rIns="91440" tIns="45720" bIns="45720" anchor="t">
            <a:noAutofit/>
          </a:bodyPr>
          <a:p>
            <a:pPr indent="0" defTabSz="3291840">
              <a:lnSpc>
                <a:spcPct val="90000"/>
              </a:lnSpc>
              <a:spcBef>
                <a:spcPts val="3600"/>
              </a:spcBef>
              <a:buNone/>
              <a:tabLst>
                <a:tab algn="l" pos="0"/>
              </a:tabLst>
            </a:pPr>
            <a:r>
              <a:rPr b="0" lang="en-US" sz="5760" strike="noStrike" u="none">
                <a:solidFill>
                  <a:schemeClr val="dk1"/>
                </a:solidFill>
                <a:effectLst/>
                <a:uFillTx/>
                <a:latin typeface="Calibri"/>
              </a:rPr>
              <a:t>Click to edit Master text styles</a:t>
            </a:r>
            <a:endParaRPr b="0" lang="en-US" sz="5760" strike="noStrike" u="none">
              <a:solidFill>
                <a:schemeClr val="dk1"/>
              </a:solidFill>
              <a:effectLst/>
              <a:uFillTx/>
              <a:latin typeface="Calibri"/>
            </a:endParaRPr>
          </a:p>
        </p:txBody>
      </p:sp>
      <p:sp>
        <p:nvSpPr>
          <p:cNvPr id="57" name="PlaceHolder 4"/>
          <p:cNvSpPr>
            <a:spLocks noGrp="1"/>
          </p:cNvSpPr>
          <p:nvPr>
            <p:ph type="dt" idx="31"/>
          </p:nvPr>
        </p:nvSpPr>
        <p:spPr>
          <a:xfrm>
            <a:off x="2263320" y="40680720"/>
            <a:ext cx="7406280" cy="2336400"/>
          </a:xfrm>
          <a:prstGeom prst="rect">
            <a:avLst/>
          </a:prstGeom>
          <a:noFill/>
          <a:ln w="0">
            <a:noFill/>
          </a:ln>
        </p:spPr>
        <p:txBody>
          <a:bodyPr lIns="91440" rIns="91440" tIns="45720" bIns="45720" anchor="ctr">
            <a:noAutofit/>
          </a:bodyPr>
          <a:lstStyle>
            <a:lvl1pPr indent="0" defTabSz="3686760">
              <a:lnSpc>
                <a:spcPct val="100000"/>
              </a:lnSpc>
              <a:buNone/>
              <a:defRPr b="0" lang="en-US" sz="4320" strike="noStrike" u="none">
                <a:solidFill>
                  <a:schemeClr val="dk1">
                    <a:tint val="75000"/>
                  </a:schemeClr>
                </a:solidFill>
                <a:effectLst/>
                <a:uFillTx/>
                <a:latin typeface="Calibri"/>
              </a:defRPr>
            </a:lvl1pPr>
          </a:lstStyle>
          <a:p>
            <a:pPr indent="0" defTabSz="3686760">
              <a:lnSpc>
                <a:spcPct val="100000"/>
              </a:lnSpc>
              <a:buNone/>
            </a:pPr>
            <a:r>
              <a:rPr b="0" lang="en-US" sz="4320" strike="noStrike" u="none">
                <a:solidFill>
                  <a:schemeClr val="dk1">
                    <a:tint val="75000"/>
                  </a:schemeClr>
                </a:solidFill>
                <a:effectLst/>
                <a:uFillTx/>
                <a:latin typeface="Calibri"/>
              </a:rPr>
              <a:t>&lt;date/time&gt;</a:t>
            </a:r>
            <a:endParaRPr b="0" lang="en-US" sz="4320" strike="noStrike" u="none">
              <a:solidFill>
                <a:srgbClr val="000000"/>
              </a:solidFill>
              <a:effectLst/>
              <a:uFillTx/>
              <a:latin typeface="Times New Roman"/>
            </a:endParaRPr>
          </a:p>
        </p:txBody>
      </p:sp>
      <p:sp>
        <p:nvSpPr>
          <p:cNvPr id="58" name="PlaceHolder 5"/>
          <p:cNvSpPr>
            <a:spLocks noGrp="1"/>
          </p:cNvSpPr>
          <p:nvPr>
            <p:ph type="ftr" idx="32"/>
          </p:nvPr>
        </p:nvSpPr>
        <p:spPr>
          <a:xfrm>
            <a:off x="10904400" y="40680720"/>
            <a:ext cx="11109600" cy="2336400"/>
          </a:xfrm>
          <a:prstGeom prst="rect">
            <a:avLst/>
          </a:prstGeom>
          <a:noFill/>
          <a:ln w="0">
            <a:noFill/>
          </a:ln>
        </p:spPr>
        <p:txBody>
          <a:bodyPr lIns="91440" rIns="91440" tIns="45720" bIns="45720" anchor="ctr">
            <a:noAutofit/>
          </a:bodyPr>
          <a:lstStyle>
            <a:lvl1pPr indent="0" algn="ctr">
              <a:buNone/>
              <a:defRPr b="0" lang="en-US" sz="1400" strike="noStrike" u="none">
                <a:solidFill>
                  <a:srgbClr val="000000"/>
                </a:solidFill>
                <a:effectLst/>
                <a:uFillTx/>
                <a:latin typeface="Times New Roman"/>
              </a:defRPr>
            </a:lvl1pPr>
          </a:lstStyle>
          <a:p>
            <a:pPr indent="0" algn="ctr">
              <a:buNone/>
            </a:pPr>
            <a:r>
              <a:rPr b="0" lang="en-US" sz="1400" strike="noStrike" u="none">
                <a:solidFill>
                  <a:srgbClr val="000000"/>
                </a:solidFill>
                <a:effectLst/>
                <a:uFillTx/>
                <a:latin typeface="Times New Roman"/>
              </a:rPr>
              <a:t>&lt;footer&gt;</a:t>
            </a:r>
            <a:endParaRPr b="0" lang="en-US" sz="1400" strike="noStrike" u="none">
              <a:solidFill>
                <a:srgbClr val="000000"/>
              </a:solidFill>
              <a:effectLst/>
              <a:uFillTx/>
              <a:latin typeface="Times New Roman"/>
            </a:endParaRPr>
          </a:p>
        </p:txBody>
      </p:sp>
      <p:sp>
        <p:nvSpPr>
          <p:cNvPr id="59" name="PlaceHolder 6"/>
          <p:cNvSpPr>
            <a:spLocks noGrp="1"/>
          </p:cNvSpPr>
          <p:nvPr>
            <p:ph type="sldNum" idx="33"/>
          </p:nvPr>
        </p:nvSpPr>
        <p:spPr>
          <a:xfrm>
            <a:off x="23248800" y="40680720"/>
            <a:ext cx="7406280" cy="2336400"/>
          </a:xfrm>
          <a:prstGeom prst="rect">
            <a:avLst/>
          </a:prstGeom>
          <a:noFill/>
          <a:ln w="0">
            <a:noFill/>
          </a:ln>
        </p:spPr>
        <p:txBody>
          <a:bodyPr lIns="91440" rIns="91440" tIns="45720" bIns="45720" anchor="ctr">
            <a:noAutofit/>
          </a:bodyPr>
          <a:lstStyle>
            <a:lvl1pPr indent="0" algn="r" defTabSz="3686760">
              <a:lnSpc>
                <a:spcPct val="100000"/>
              </a:lnSpc>
              <a:buNone/>
              <a:defRPr b="0" lang="en-US" sz="4320" strike="noStrike" u="none">
                <a:solidFill>
                  <a:schemeClr val="dk1">
                    <a:tint val="75000"/>
                  </a:schemeClr>
                </a:solidFill>
                <a:effectLst/>
                <a:uFillTx/>
                <a:latin typeface="Calibri"/>
              </a:defRPr>
            </a:lvl1pPr>
          </a:lstStyle>
          <a:p>
            <a:pPr indent="0" algn="r" defTabSz="3686760">
              <a:lnSpc>
                <a:spcPct val="100000"/>
              </a:lnSpc>
              <a:buNone/>
            </a:pPr>
            <a:fld id="{EBEDFE62-D954-482B-91A4-2A576D6FE8FA}" type="slidenum">
              <a:rPr b="0" lang="en-US" sz="4320" strike="noStrike" u="none">
                <a:solidFill>
                  <a:schemeClr val="dk1">
                    <a:tint val="75000"/>
                  </a:schemeClr>
                </a:solidFill>
                <a:effectLst/>
                <a:uFillTx/>
                <a:latin typeface="Calibri"/>
              </a:rPr>
              <a:t>&lt;number&gt;</a:t>
            </a:fld>
            <a:endParaRPr b="0" lang="en-US" sz="4320" strike="noStrike" u="none">
              <a:solidFill>
                <a:srgbClr val="000000"/>
              </a:solidFill>
              <a:effectLst/>
              <a:uFillTx/>
              <a:latin typeface="Times New Roman"/>
            </a:endParaRPr>
          </a:p>
        </p:txBody>
      </p:sp>
    </p:spTree>
  </p:cSld>
  <p:clrMap bg1="lt1" tx1="dk1" bg2="lt2" tx2="dk2" accent1="accent1" accent2="accent2" accent3="accent3" accent4="accent4" accent5="accent5" accent6="accent6" hlink="hlink" folHlink="folHlink"/>
  <p:sldLayoutIdLst/>
</p:sldMaster>
</file>

<file path=ppt/slides/_rels/slide1.xml.rels><?xml version="1.0" encoding="UTF-8"?>
<Relationships xmlns="http://schemas.openxmlformats.org/package/2006/relationships"><Relationship Id="rId1" Type="http://schemas.openxmlformats.org/officeDocument/2006/relationships/hyperlink" Target="mailto:lars.vilhuber@cornell.edu" TargetMode="External"/><Relationship Id="rId2" Type="http://schemas.openxmlformats.org/officeDocument/2006/relationships/hyperlink" Target="mailto:lv39@cornell.edu" TargetMode="External"/><Relationship Id="rId3" Type="http://schemas.openxmlformats.org/officeDocument/2006/relationships/hyperlink" Target="https://aeadataeditor.github.io/aea-cumulative-summary/impacts_of_aea_data_editing.html" TargetMode="External"/><Relationship Id="rId4" Type="http://schemas.openxmlformats.org/officeDocument/2006/relationships/image" Target="../media/image1.png"/><Relationship Id="rId5" Type="http://schemas.openxmlformats.org/officeDocument/2006/relationships/image" Target="../media/image1.png"/><Relationship Id="rId6" Type="http://schemas.openxmlformats.org/officeDocument/2006/relationships/image" Target="../media/image2.png"/><Relationship Id="rId7" Type="http://schemas.openxmlformats.org/officeDocument/2006/relationships/image" Target="../media/image3.png"/><Relationship Id="rId8" Type="http://schemas.openxmlformats.org/officeDocument/2006/relationships/slideLayout" Target="../slideLayouts/slideLayout1.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0" name="Text Box 122"/>
          <p:cNvSpPr/>
          <p:nvPr/>
        </p:nvSpPr>
        <p:spPr>
          <a:xfrm>
            <a:off x="5486400" y="720"/>
            <a:ext cx="21945240" cy="4572000"/>
          </a:xfrm>
          <a:prstGeom prst="rect">
            <a:avLst/>
          </a:prstGeom>
          <a:noFill/>
          <a:ln w="0">
            <a:noFill/>
          </a:ln>
        </p:spPr>
        <p:style>
          <a:lnRef idx="0"/>
          <a:fillRef idx="0"/>
          <a:effectRef idx="0"/>
          <a:fontRef idx="minor"/>
        </p:style>
        <p:txBody>
          <a:bodyPr lIns="182880" rIns="182880" tIns="457200" bIns="457200" anchor="ctr">
            <a:spAutoFit/>
          </a:bodyPr>
          <a:p>
            <a:pPr algn="ctr" defTabSz="4389480">
              <a:lnSpc>
                <a:spcPct val="100000"/>
              </a:lnSpc>
            </a:pPr>
            <a:r>
              <a:rPr b="1" lang="en-US" sz="8000" strike="noStrike" u="none">
                <a:solidFill>
                  <a:schemeClr val="accent1">
                    <a:lumMod val="50000"/>
                  </a:schemeClr>
                </a:solidFill>
                <a:effectLst/>
                <a:uFillTx/>
                <a:latin typeface="Calibri"/>
              </a:rPr>
              <a:t>Practical Training in Reproducible Methods for Undergraduates: Scaling the AEA Reproducibility Verification into the Classroom</a:t>
            </a:r>
            <a:endParaRPr b="0" lang="en-US" sz="8000" strike="noStrike" u="none">
              <a:solidFill>
                <a:srgbClr val="000000"/>
              </a:solidFill>
              <a:effectLst/>
              <a:uFillTx/>
              <a:latin typeface="Arial"/>
            </a:endParaRPr>
          </a:p>
        </p:txBody>
      </p:sp>
      <p:sp>
        <p:nvSpPr>
          <p:cNvPr id="61" name="Text Box 123"/>
          <p:cNvSpPr/>
          <p:nvPr/>
        </p:nvSpPr>
        <p:spPr>
          <a:xfrm>
            <a:off x="5990400" y="3929040"/>
            <a:ext cx="21945240" cy="2285640"/>
          </a:xfrm>
          <a:prstGeom prst="rect">
            <a:avLst/>
          </a:prstGeom>
          <a:noFill/>
          <a:ln w="0">
            <a:noFill/>
          </a:ln>
        </p:spPr>
        <p:style>
          <a:lnRef idx="0"/>
          <a:fillRef idx="0"/>
          <a:effectRef idx="0"/>
          <a:fontRef idx="minor"/>
        </p:style>
        <p:txBody>
          <a:bodyPr lIns="182880" rIns="182880" tIns="182880" bIns="182880" anchor="ctr">
            <a:noAutofit/>
          </a:bodyPr>
          <a:p>
            <a:pPr algn="ctr" defTabSz="4389480">
              <a:lnSpc>
                <a:spcPct val="100000"/>
              </a:lnSpc>
            </a:pPr>
            <a:endParaRPr b="0" lang="en-US" sz="4800" strike="noStrike" u="none">
              <a:solidFill>
                <a:srgbClr val="000000"/>
              </a:solidFill>
              <a:effectLst/>
              <a:uFillTx/>
              <a:latin typeface="Arial"/>
            </a:endParaRPr>
          </a:p>
          <a:p>
            <a:pPr algn="ctr" defTabSz="4389480">
              <a:lnSpc>
                <a:spcPct val="100000"/>
              </a:lnSpc>
            </a:pPr>
            <a:r>
              <a:rPr b="0" lang="en-US" sz="4800" strike="noStrike" u="none">
                <a:solidFill>
                  <a:schemeClr val="accent1">
                    <a:lumMod val="50000"/>
                  </a:schemeClr>
                </a:solidFill>
                <a:effectLst/>
                <a:uFillTx/>
                <a:latin typeface="Calibri"/>
              </a:rPr>
              <a:t>Lars Vilhuber, Takshil Sachdev, Ilanith Nizard</a:t>
            </a:r>
            <a:endParaRPr b="0" lang="en-US" sz="4800" strike="noStrike" u="none">
              <a:solidFill>
                <a:srgbClr val="000000"/>
              </a:solidFill>
              <a:effectLst/>
              <a:uFillTx/>
              <a:latin typeface="Arial"/>
            </a:endParaRPr>
          </a:p>
          <a:p>
            <a:pPr algn="ctr" defTabSz="4389480">
              <a:lnSpc>
                <a:spcPct val="100000"/>
              </a:lnSpc>
            </a:pPr>
            <a:r>
              <a:rPr b="0" lang="en-US" sz="4800" strike="noStrike" u="none">
                <a:solidFill>
                  <a:schemeClr val="accent1">
                    <a:lumMod val="50000"/>
                  </a:schemeClr>
                </a:solidFill>
                <a:effectLst/>
                <a:uFillTx/>
                <a:latin typeface="Calibri"/>
              </a:rPr>
              <a:t>Cornell University</a:t>
            </a:r>
            <a:endParaRPr b="0" lang="en-US" sz="4800" strike="noStrike" u="none">
              <a:solidFill>
                <a:srgbClr val="000000"/>
              </a:solidFill>
              <a:effectLst/>
              <a:uFillTx/>
              <a:latin typeface="Arial"/>
            </a:endParaRPr>
          </a:p>
          <a:p>
            <a:pPr algn="ctr" defTabSz="4389480">
              <a:lnSpc>
                <a:spcPct val="100000"/>
              </a:lnSpc>
            </a:pPr>
            <a:endParaRPr b="0" lang="en-US" sz="4800" strike="noStrike" u="none">
              <a:solidFill>
                <a:srgbClr val="000000"/>
              </a:solidFill>
              <a:effectLst/>
              <a:uFillTx/>
              <a:latin typeface="Arial"/>
            </a:endParaRPr>
          </a:p>
        </p:txBody>
      </p:sp>
      <p:sp>
        <p:nvSpPr>
          <p:cNvPr id="62" name="TextBox 5"/>
          <p:cNvSpPr/>
          <p:nvPr/>
        </p:nvSpPr>
        <p:spPr>
          <a:xfrm>
            <a:off x="1828800" y="40050720"/>
            <a:ext cx="8159760" cy="2529360"/>
          </a:xfrm>
          <a:prstGeom prst="rect">
            <a:avLst/>
          </a:prstGeom>
          <a:solidFill>
            <a:schemeClr val="accent1">
              <a:lumMod val="40000"/>
              <a:lumOff val="60000"/>
            </a:schemeClr>
          </a:solidFill>
          <a:ln w="0">
            <a:noFill/>
          </a:ln>
        </p:spPr>
        <p:style>
          <a:lnRef idx="0"/>
          <a:fillRef idx="0"/>
          <a:effectRef idx="0"/>
          <a:fontRef idx="minor"/>
        </p:style>
        <p:txBody>
          <a:bodyPr wrap="none" lIns="90000" rIns="90000" tIns="45000" bIns="45000" anchor="t">
            <a:spAutoFit/>
          </a:bodyPr>
          <a:p>
            <a:pPr defTabSz="3686760">
              <a:lnSpc>
                <a:spcPct val="100000"/>
              </a:lnSpc>
            </a:pPr>
            <a:r>
              <a:rPr b="0" lang="en-US" sz="3200" strike="noStrike" u="none">
                <a:solidFill>
                  <a:schemeClr val="dk1"/>
                </a:solidFill>
                <a:effectLst/>
                <a:uFillTx/>
                <a:latin typeface="Calibri"/>
              </a:rPr>
              <a:t>Lars Vilhuber, Takshil Sachdev, Ilanith Nizard</a:t>
            </a:r>
            <a:endParaRPr b="0" lang="en-US" sz="3200" strike="noStrike" u="none">
              <a:solidFill>
                <a:srgbClr val="000000"/>
              </a:solidFill>
              <a:effectLst/>
              <a:uFillTx/>
              <a:latin typeface="Arial"/>
            </a:endParaRPr>
          </a:p>
          <a:p>
            <a:pPr defTabSz="3686760">
              <a:lnSpc>
                <a:spcPct val="100000"/>
              </a:lnSpc>
            </a:pPr>
            <a:r>
              <a:rPr b="0" lang="en-US" sz="3200" strike="noStrike" u="none">
                <a:solidFill>
                  <a:schemeClr val="dk1"/>
                </a:solidFill>
                <a:effectLst/>
                <a:uFillTx/>
                <a:latin typeface="Calibri"/>
              </a:rPr>
              <a:t>(Cornell University)</a:t>
            </a:r>
            <a:endParaRPr b="0" lang="en-US" sz="3200" strike="noStrike" u="none">
              <a:solidFill>
                <a:srgbClr val="000000"/>
              </a:solidFill>
              <a:effectLst/>
              <a:uFillTx/>
              <a:latin typeface="Arial"/>
            </a:endParaRPr>
          </a:p>
          <a:p>
            <a:pPr defTabSz="3686760">
              <a:lnSpc>
                <a:spcPct val="100000"/>
              </a:lnSpc>
            </a:pPr>
            <a:r>
              <a:rPr b="0" i="1" lang="en-US" sz="3200" strike="noStrike" u="none">
                <a:solidFill>
                  <a:schemeClr val="dk1"/>
                </a:solidFill>
                <a:effectLst/>
                <a:uFillTx/>
                <a:latin typeface="Calibri"/>
              </a:rPr>
              <a:t>Corresponding author: </a:t>
            </a:r>
            <a:br>
              <a:rPr sz="3200"/>
            </a:br>
            <a:r>
              <a:rPr b="1" lang="en-US" sz="3200" strike="noStrike" u="none">
                <a:solidFill>
                  <a:schemeClr val="dk1"/>
                </a:solidFill>
                <a:effectLst/>
                <a:uFillTx/>
                <a:latin typeface="Calibri"/>
                <a:hlinkClick r:id="rId1"/>
              </a:rPr>
              <a:t>lars.vilhuber@cornell.edu</a:t>
            </a:r>
            <a:r>
              <a:rPr b="1" lang="en-US" sz="3200" strike="noStrike" u="none">
                <a:solidFill>
                  <a:schemeClr val="dk1"/>
                </a:solidFill>
                <a:effectLst/>
                <a:uFillTx/>
                <a:latin typeface="Calibri"/>
              </a:rPr>
              <a:t> or </a:t>
            </a:r>
            <a:r>
              <a:rPr b="1" lang="en-US" sz="3200" strike="noStrike" u="none">
                <a:solidFill>
                  <a:schemeClr val="dk1"/>
                </a:solidFill>
                <a:effectLst/>
                <a:uFillTx/>
                <a:latin typeface="Calibri"/>
                <a:hlinkClick r:id="rId2"/>
              </a:rPr>
              <a:t>lv39@cornell.edu</a:t>
            </a:r>
            <a:r>
              <a:rPr b="1" lang="en-US" sz="3200" strike="noStrike" u="none">
                <a:solidFill>
                  <a:schemeClr val="dk1"/>
                </a:solidFill>
                <a:effectLst/>
                <a:uFillTx/>
                <a:latin typeface="Calibri"/>
              </a:rPr>
              <a:t> </a:t>
            </a:r>
            <a:br>
              <a:rPr sz="3200"/>
            </a:br>
            <a:endParaRPr b="0" lang="en-US" sz="3200" strike="noStrike" u="none">
              <a:solidFill>
                <a:srgbClr val="000000"/>
              </a:solidFill>
              <a:effectLst/>
              <a:uFillTx/>
              <a:latin typeface="Arial"/>
            </a:endParaRPr>
          </a:p>
        </p:txBody>
      </p:sp>
      <p:sp>
        <p:nvSpPr>
          <p:cNvPr id="63" name="TextBox 6"/>
          <p:cNvSpPr/>
          <p:nvPr/>
        </p:nvSpPr>
        <p:spPr>
          <a:xfrm>
            <a:off x="1828800" y="38862000"/>
            <a:ext cx="2611440" cy="1004760"/>
          </a:xfrm>
          <a:prstGeom prst="rect">
            <a:avLst/>
          </a:prstGeom>
          <a:noFill/>
          <a:ln w="0">
            <a:noFill/>
          </a:ln>
        </p:spPr>
        <p:style>
          <a:lnRef idx="0"/>
          <a:fillRef idx="0"/>
          <a:effectRef idx="0"/>
          <a:fontRef idx="minor"/>
        </p:style>
        <p:txBody>
          <a:bodyPr wrap="none" lIns="90000" rIns="90000" tIns="45000" bIns="45000" anchor="t">
            <a:spAutoFit/>
          </a:bodyPr>
          <a:p>
            <a:pPr defTabSz="3686760">
              <a:lnSpc>
                <a:spcPct val="100000"/>
              </a:lnSpc>
            </a:pPr>
            <a:r>
              <a:rPr b="1" lang="en-US" sz="6000" strike="noStrike" u="none">
                <a:solidFill>
                  <a:schemeClr val="dk1"/>
                </a:solidFill>
                <a:effectLst/>
                <a:uFillTx/>
                <a:latin typeface="Calibri"/>
              </a:rPr>
              <a:t>Contact</a:t>
            </a:r>
            <a:endParaRPr b="0" lang="en-US" sz="6000" strike="noStrike" u="none">
              <a:solidFill>
                <a:srgbClr val="000000"/>
              </a:solidFill>
              <a:effectLst/>
              <a:uFillTx/>
              <a:latin typeface="Arial"/>
            </a:endParaRPr>
          </a:p>
        </p:txBody>
      </p:sp>
      <p:sp>
        <p:nvSpPr>
          <p:cNvPr id="64" name="TextBox 7"/>
          <p:cNvSpPr/>
          <p:nvPr/>
        </p:nvSpPr>
        <p:spPr>
          <a:xfrm>
            <a:off x="16916400" y="40050720"/>
            <a:ext cx="14172840" cy="2925720"/>
          </a:xfrm>
          <a:prstGeom prst="rect">
            <a:avLst/>
          </a:prstGeom>
          <a:noFill/>
          <a:ln w="0">
            <a:noFill/>
          </a:ln>
        </p:spPr>
        <p:style>
          <a:lnRef idx="0"/>
          <a:fillRef idx="0"/>
          <a:effectRef idx="0"/>
          <a:fontRef idx="minor"/>
        </p:style>
        <p:txBody>
          <a:bodyPr numCol="1" spcCol="457200" lIns="90000" rIns="90000" tIns="91440" bIns="91440" anchor="t">
            <a:noAutofit/>
          </a:bodyPr>
          <a:p>
            <a:pPr marL="457200" indent="-457200" defTabSz="3686760">
              <a:lnSpc>
                <a:spcPct val="100000"/>
              </a:lnSpc>
              <a:buClr>
                <a:srgbClr val="000000"/>
              </a:buClr>
              <a:buFont typeface="OpenSymbol"/>
              <a:buAutoNum type="arabicPeriod"/>
            </a:pPr>
            <a:r>
              <a:rPr b="0" lang="en-US" sz="1800" strike="noStrike" u="none">
                <a:solidFill>
                  <a:schemeClr val="dk1"/>
                </a:solidFill>
                <a:effectLst/>
                <a:uFillTx/>
                <a:latin typeface="Calibri"/>
              </a:rPr>
              <a:t>Vilhuber, Lars, Hyuk Harry Son, Meredith Welch, David N. Wasser, and Michael Darisse. 2022. “Teaching for Large-Scale Reproducibility Verification.” Journal of Statistics and Data Science Education 30 (3): 274–81. https://doi.org/10.1080/26939169.2022.2074582.  </a:t>
            </a:r>
            <a:endParaRPr b="0" lang="en-US" sz="1800" strike="noStrike" u="none">
              <a:solidFill>
                <a:srgbClr val="000000"/>
              </a:solidFill>
              <a:effectLst/>
              <a:uFillTx/>
              <a:latin typeface="Arial"/>
            </a:endParaRPr>
          </a:p>
          <a:p>
            <a:pPr marL="457200" indent="-457200" defTabSz="3686760">
              <a:lnSpc>
                <a:spcPct val="100000"/>
              </a:lnSpc>
              <a:buClr>
                <a:srgbClr val="000000"/>
              </a:buClr>
              <a:buFont typeface="OpenSymbol"/>
              <a:buAutoNum type="arabicPeriod"/>
            </a:pPr>
            <a:r>
              <a:rPr b="0" lang="en-US" sz="1800" strike="noStrike" u="none">
                <a:solidFill>
                  <a:schemeClr val="dk1"/>
                </a:solidFill>
                <a:effectLst/>
                <a:uFillTx/>
                <a:latin typeface="Calibri"/>
              </a:rPr>
              <a:t>Ball, Richard. 2023. “‘Yes We Can!’: A Practical Approach to Teaching Reproducibility to Undergraduates.” Harvard Data Science Review 5 (3). https://doi.org/10.1162/99608f92.9e002f7b. </a:t>
            </a:r>
            <a:endParaRPr b="0" lang="en-US" sz="1800" strike="noStrike" u="none">
              <a:solidFill>
                <a:srgbClr val="000000"/>
              </a:solidFill>
              <a:effectLst/>
              <a:uFillTx/>
              <a:latin typeface="Arial"/>
            </a:endParaRPr>
          </a:p>
          <a:p>
            <a:pPr marL="457200" indent="-457200" defTabSz="3686760">
              <a:lnSpc>
                <a:spcPct val="100000"/>
              </a:lnSpc>
              <a:buClr>
                <a:srgbClr val="000000"/>
              </a:buClr>
              <a:buFont typeface="OpenSymbol"/>
              <a:buAutoNum type="arabicPeriod"/>
            </a:pPr>
            <a:r>
              <a:rPr b="0" lang="en-US" sz="1800" strike="noStrike" u="none">
                <a:solidFill>
                  <a:schemeClr val="dk1"/>
                </a:solidFill>
                <a:effectLst/>
                <a:uFillTx/>
                <a:latin typeface="Calibri"/>
              </a:rPr>
              <a:t>Vilhuber, Lars. 2025. “Impacts of the AEA Verification Process”. </a:t>
            </a:r>
            <a:r>
              <a:rPr b="0" lang="en-US" sz="1800" strike="noStrike" u="none">
                <a:solidFill>
                  <a:schemeClr val="dk1"/>
                </a:solidFill>
                <a:effectLst/>
                <a:uFillTx/>
                <a:latin typeface="Calibri"/>
                <a:hlinkClick r:id="rId3"/>
              </a:rPr>
              <a:t>https://aeadataeditor.github.io/aea-cumulative-summary/impacts_of_aea_data_editing.html</a:t>
            </a:r>
            <a:r>
              <a:rPr b="0" lang="en-US" sz="1800" strike="noStrike" u="none">
                <a:solidFill>
                  <a:schemeClr val="dk1"/>
                </a:solidFill>
                <a:effectLst/>
                <a:uFillTx/>
                <a:latin typeface="Calibri"/>
              </a:rPr>
              <a:t>, accessed on 7 Dec 2025. </a:t>
            </a:r>
            <a:endParaRPr b="0" lang="en-US" sz="1800" strike="noStrike" u="none">
              <a:solidFill>
                <a:srgbClr val="000000"/>
              </a:solidFill>
              <a:effectLst/>
              <a:uFillTx/>
              <a:latin typeface="Arial"/>
            </a:endParaRPr>
          </a:p>
          <a:p>
            <a:pPr marL="457200" indent="-457200" defTabSz="3686760">
              <a:lnSpc>
                <a:spcPct val="100000"/>
              </a:lnSpc>
              <a:buClr>
                <a:srgbClr val="000000"/>
              </a:buClr>
              <a:buFont typeface="OpenSymbol"/>
              <a:buAutoNum type="arabicPeriod"/>
            </a:pPr>
            <a:r>
              <a:rPr b="0" lang="en-US" sz="1800" strike="noStrike" u="none">
                <a:solidFill>
                  <a:schemeClr val="dk1"/>
                </a:solidFill>
                <a:effectLst/>
                <a:uFillTx/>
                <a:latin typeface="Calibri"/>
              </a:rPr>
              <a:t>Arguillas, Florio, Thu-Mai Christian, Mandy Gooch, Tom Honeyman, Limor Peer, and CURE-FAIR WG. 2022. 10 Things for Curating Reproducible and FAIR Research. June 27. https://doi.org/10.15497/RDA00074.</a:t>
            </a:r>
            <a:endParaRPr b="0" lang="en-US" sz="1800" strike="noStrike" u="none">
              <a:solidFill>
                <a:srgbClr val="000000"/>
              </a:solidFill>
              <a:effectLst/>
              <a:uFillTx/>
              <a:latin typeface="Arial"/>
            </a:endParaRPr>
          </a:p>
          <a:p>
            <a:pPr marL="457200" indent="-457200" defTabSz="3686760">
              <a:lnSpc>
                <a:spcPct val="100000"/>
              </a:lnSpc>
              <a:buClr>
                <a:srgbClr val="000000"/>
              </a:buClr>
              <a:buFont typeface="OpenSymbol"/>
              <a:buAutoNum type="arabicPeriod"/>
            </a:pPr>
            <a:r>
              <a:rPr b="0" lang="en-US" sz="1800" strike="noStrike" u="none">
                <a:solidFill>
                  <a:schemeClr val="dk1"/>
                </a:solidFill>
                <a:effectLst/>
                <a:uFillTx/>
                <a:latin typeface="Calibri"/>
              </a:rPr>
              <a:t>Jones, Maria. 2024. “Introducing Reproducible Research Standards at the World Bank.” Harvard Data Science Review 6 (4). https://doi.org/10.1162/99608f92.21328ce3.</a:t>
            </a:r>
            <a:endParaRPr b="0" lang="en-US" sz="1800" strike="noStrike" u="none">
              <a:solidFill>
                <a:srgbClr val="000000"/>
              </a:solidFill>
              <a:effectLst/>
              <a:uFillTx/>
              <a:latin typeface="Arial"/>
            </a:endParaRPr>
          </a:p>
          <a:p>
            <a:pPr marL="457200" indent="-457200" defTabSz="3686760">
              <a:lnSpc>
                <a:spcPct val="100000"/>
              </a:lnSpc>
              <a:buClr>
                <a:srgbClr val="000000"/>
              </a:buClr>
              <a:buFont typeface="OpenSymbol"/>
              <a:buAutoNum type="arabicPeriod"/>
            </a:pPr>
            <a:r>
              <a:rPr b="0" lang="en-US" sz="1800" strike="noStrike" u="none">
                <a:solidFill>
                  <a:schemeClr val="dk1"/>
                </a:solidFill>
                <a:effectLst/>
                <a:uFillTx/>
                <a:latin typeface="Calibri"/>
              </a:rPr>
              <a:t>Paloian, Sierra, Kirsten Doehler, and Alexandra Lahetta. 2022. “Implementing a Senior Statistics Practicum: Lessons and Feedback from Multiple Offerings.” Journal of Statistics and Data Science Education 30 (2): 114–26. doi:10.1080/26939169.2022.2044943.</a:t>
            </a:r>
            <a:endParaRPr b="0" lang="en-US" sz="1800" strike="noStrike" u="none">
              <a:solidFill>
                <a:srgbClr val="000000"/>
              </a:solidFill>
              <a:effectLst/>
              <a:uFillTx/>
              <a:latin typeface="Arial"/>
            </a:endParaRPr>
          </a:p>
        </p:txBody>
      </p:sp>
      <p:sp>
        <p:nvSpPr>
          <p:cNvPr id="65" name="TextBox 8"/>
          <p:cNvSpPr/>
          <p:nvPr/>
        </p:nvSpPr>
        <p:spPr>
          <a:xfrm>
            <a:off x="16916400" y="38862000"/>
            <a:ext cx="3649320" cy="1004760"/>
          </a:xfrm>
          <a:prstGeom prst="rect">
            <a:avLst/>
          </a:prstGeom>
          <a:noFill/>
          <a:ln w="0">
            <a:noFill/>
          </a:ln>
        </p:spPr>
        <p:style>
          <a:lnRef idx="0"/>
          <a:fillRef idx="0"/>
          <a:effectRef idx="0"/>
          <a:fontRef idx="minor"/>
        </p:style>
        <p:txBody>
          <a:bodyPr wrap="none" lIns="90000" rIns="90000" tIns="45000" bIns="45000" anchor="t">
            <a:spAutoFit/>
          </a:bodyPr>
          <a:p>
            <a:pPr defTabSz="3686760">
              <a:lnSpc>
                <a:spcPct val="100000"/>
              </a:lnSpc>
            </a:pPr>
            <a:r>
              <a:rPr b="1" lang="en-US" sz="6000" strike="noStrike" u="none">
                <a:solidFill>
                  <a:schemeClr val="dk1"/>
                </a:solidFill>
                <a:effectLst/>
                <a:uFillTx/>
                <a:latin typeface="Calibri"/>
              </a:rPr>
              <a:t>References</a:t>
            </a:r>
            <a:endParaRPr b="0" lang="en-US" sz="6000" strike="noStrike" u="none">
              <a:solidFill>
                <a:srgbClr val="000000"/>
              </a:solidFill>
              <a:effectLst/>
              <a:uFillTx/>
              <a:latin typeface="Arial"/>
            </a:endParaRPr>
          </a:p>
        </p:txBody>
      </p:sp>
      <p:sp>
        <p:nvSpPr>
          <p:cNvPr id="66" name="Text Box 189"/>
          <p:cNvSpPr/>
          <p:nvPr/>
        </p:nvSpPr>
        <p:spPr>
          <a:xfrm>
            <a:off x="1828800" y="7086600"/>
            <a:ext cx="14172840" cy="5244120"/>
          </a:xfrm>
          <a:prstGeom prst="rect">
            <a:avLst/>
          </a:prstGeom>
          <a:solidFill>
            <a:schemeClr val="lt1"/>
          </a:solidFill>
          <a:ln w="12600">
            <a:solidFill>
              <a:schemeClr val="accent1">
                <a:lumMod val="75000"/>
              </a:schemeClr>
            </a:solidFill>
            <a:round/>
          </a:ln>
        </p:spPr>
        <p:style>
          <a:lnRef idx="0"/>
          <a:fillRef idx="0"/>
          <a:effectRef idx="0"/>
          <a:fontRef idx="minor"/>
        </p:style>
        <p:txBody>
          <a:bodyPr lIns="182880" rIns="182880" tIns="182880" bIns="182880" anchor="t">
            <a:spAutoFit/>
          </a:bodyPr>
          <a:p>
            <a:pPr defTabSz="3686760">
              <a:lnSpc>
                <a:spcPct val="100000"/>
              </a:lnSpc>
            </a:pPr>
            <a:r>
              <a:rPr b="0" lang="en-US" sz="3200" strike="noStrike" u="none">
                <a:solidFill>
                  <a:schemeClr val="dk1"/>
                </a:solidFill>
                <a:effectLst/>
                <a:uFillTx/>
                <a:latin typeface="Calibri"/>
              </a:rPr>
              <a:t>For the past 8 years, the LDI Replication Lab has verified the </a:t>
            </a:r>
            <a:r>
              <a:rPr b="1" lang="en-US" sz="3200" strike="noStrike" u="none">
                <a:solidFill>
                  <a:schemeClr val="dk1"/>
                </a:solidFill>
                <a:effectLst/>
                <a:uFillTx/>
                <a:latin typeface="Calibri"/>
              </a:rPr>
              <a:t>computational reproducibility</a:t>
            </a:r>
            <a:r>
              <a:rPr b="0" lang="en-US" sz="3200" strike="noStrike" u="none">
                <a:solidFill>
                  <a:schemeClr val="dk1"/>
                </a:solidFill>
                <a:effectLst/>
                <a:uFillTx/>
                <a:latin typeface="Calibri"/>
              </a:rPr>
              <a:t> of papers appearing in AEA journals. Over </a:t>
            </a:r>
            <a:r>
              <a:rPr b="1" lang="en-US" sz="3200" strike="noStrike" u="none">
                <a:solidFill>
                  <a:schemeClr val="dk1"/>
                </a:solidFill>
                <a:effectLst/>
                <a:uFillTx/>
                <a:latin typeface="Calibri"/>
              </a:rPr>
              <a:t>200 undergraduate</a:t>
            </a:r>
            <a:r>
              <a:rPr b="0" lang="en-US" sz="3200" strike="noStrike" u="none">
                <a:solidFill>
                  <a:schemeClr val="dk1"/>
                </a:solidFill>
                <a:effectLst/>
                <a:uFillTx/>
                <a:latin typeface="Calibri"/>
              </a:rPr>
              <a:t> students have participated in this activity. They received intensive training at the start of their participation, and gained experience throughout. This poster will identify how to scale this particular way of teaching reproducibility into a classroom-based, semester-long activity. We believe, based on feedback from "graduates" of the Lab, that the experience of hands-on engagement with data and code for conditionally accepted manuscripts is highly beneficial to the education and professional development of the students employed as Replication Interns (see also Vilhuber et al, 2022; Ball, 2023). </a:t>
            </a:r>
            <a:endParaRPr b="0" lang="en-US" sz="3200" strike="noStrike" u="none">
              <a:solidFill>
                <a:srgbClr val="000000"/>
              </a:solidFill>
              <a:effectLst/>
              <a:uFillTx/>
              <a:latin typeface="Arial"/>
            </a:endParaRPr>
          </a:p>
        </p:txBody>
      </p:sp>
      <p:sp>
        <p:nvSpPr>
          <p:cNvPr id="67" name="Rectangle 10"/>
          <p:cNvSpPr/>
          <p:nvPr/>
        </p:nvSpPr>
        <p:spPr>
          <a:xfrm>
            <a:off x="1828800" y="6126480"/>
            <a:ext cx="14172840" cy="1005120"/>
          </a:xfrm>
          <a:prstGeom prst="rect">
            <a:avLst/>
          </a:prstGeom>
          <a:solidFill>
            <a:schemeClr val="accent1">
              <a:lumMod val="75000"/>
            </a:schemeClr>
          </a:solidFill>
          <a:ln w="12600">
            <a:solidFill>
              <a:schemeClr val="accent1"/>
            </a:solidFill>
            <a:miter/>
          </a:ln>
        </p:spPr>
        <p:style>
          <a:lnRef idx="0"/>
          <a:fillRef idx="0"/>
          <a:effectRef idx="0"/>
          <a:fontRef idx="minor"/>
        </p:style>
        <p:txBody>
          <a:bodyPr lIns="90000" rIns="90000" tIns="45000" bIns="45000" anchor="ctr">
            <a:spAutoFit/>
          </a:bodyPr>
          <a:p>
            <a:pPr algn="ctr" defTabSz="3686760">
              <a:lnSpc>
                <a:spcPct val="100000"/>
              </a:lnSpc>
            </a:pPr>
            <a:r>
              <a:rPr b="1" lang="en-US" sz="6000" strike="noStrike" u="none">
                <a:solidFill>
                  <a:schemeClr val="accent3">
                    <a:lumMod val="20000"/>
                    <a:lumOff val="80000"/>
                  </a:schemeClr>
                </a:solidFill>
                <a:effectLst/>
                <a:uFillTx/>
                <a:latin typeface="Calibri"/>
              </a:rPr>
              <a:t>Abstract</a:t>
            </a:r>
            <a:endParaRPr b="0" lang="en-US" sz="6000" strike="noStrike" u="none">
              <a:solidFill>
                <a:srgbClr val="ffffff"/>
              </a:solidFill>
              <a:effectLst/>
              <a:uFillTx/>
              <a:latin typeface="Arial"/>
            </a:endParaRPr>
          </a:p>
        </p:txBody>
      </p:sp>
      <p:sp>
        <p:nvSpPr>
          <p:cNvPr id="68" name="Text Box 194"/>
          <p:cNvSpPr/>
          <p:nvPr/>
        </p:nvSpPr>
        <p:spPr>
          <a:xfrm>
            <a:off x="16916400" y="7086600"/>
            <a:ext cx="14172840" cy="5243400"/>
          </a:xfrm>
          <a:prstGeom prst="rect">
            <a:avLst/>
          </a:prstGeom>
          <a:solidFill>
            <a:schemeClr val="lt1"/>
          </a:solidFill>
          <a:ln w="12600">
            <a:solidFill>
              <a:schemeClr val="accent1">
                <a:lumMod val="75000"/>
              </a:schemeClr>
            </a:solidFill>
            <a:round/>
          </a:ln>
        </p:spPr>
        <p:style>
          <a:lnRef idx="0"/>
          <a:fillRef idx="0"/>
          <a:effectRef idx="0"/>
          <a:fontRef idx="minor"/>
        </p:style>
        <p:txBody>
          <a:bodyPr lIns="182880" rIns="182880" tIns="182880" bIns="182880" anchor="t">
            <a:spAutoFit/>
          </a:bodyPr>
          <a:p>
            <a:pPr marL="216000" indent="-216000" defTabSz="3686760">
              <a:lnSpc>
                <a:spcPct val="100000"/>
              </a:lnSpc>
              <a:buClr>
                <a:srgbClr val="000000"/>
              </a:buClr>
              <a:buFont typeface="OpenSymbol"/>
              <a:buAutoNum type="arabicParenR"/>
            </a:pPr>
            <a:r>
              <a:rPr b="0" lang="en-US" sz="3200" strike="noStrike" u="none">
                <a:solidFill>
                  <a:schemeClr val="dk1"/>
                </a:solidFill>
                <a:effectLst/>
                <a:uFillTx/>
                <a:latin typeface="Calibri"/>
              </a:rPr>
              <a:t>Obtaining </a:t>
            </a:r>
            <a:r>
              <a:rPr b="1" lang="en-US" sz="3200" strike="noStrike" u="none">
                <a:solidFill>
                  <a:schemeClr val="dk1"/>
                </a:solidFill>
                <a:effectLst/>
                <a:uFillTx/>
                <a:latin typeface="Calibri"/>
              </a:rPr>
              <a:t>timely but realistic manuscripts</a:t>
            </a:r>
            <a:r>
              <a:rPr b="0" lang="en-US" sz="3200" strike="noStrike" u="none">
                <a:solidFill>
                  <a:schemeClr val="dk1"/>
                </a:solidFill>
                <a:effectLst/>
                <a:uFillTx/>
                <a:latin typeface="Calibri"/>
              </a:rPr>
              <a:t> and replication materials. Initial training can happen on recently published articles. Manuscripts from journals without data editors might provide a realistic juxtaposition. For data acumen and assessment, published articles are sufficient, and anecdotally, may be easier to use from journals </a:t>
            </a:r>
            <a:r>
              <a:rPr b="1" lang="en-US" sz="3200" strike="noStrike" u="none">
                <a:solidFill>
                  <a:schemeClr val="dk1"/>
                </a:solidFill>
                <a:effectLst/>
                <a:uFillTx/>
                <a:latin typeface="Calibri"/>
              </a:rPr>
              <a:t>with</a:t>
            </a:r>
            <a:r>
              <a:rPr b="0" lang="en-US" sz="3200" strike="noStrike" u="none">
                <a:solidFill>
                  <a:schemeClr val="dk1"/>
                </a:solidFill>
                <a:effectLst/>
                <a:uFillTx/>
                <a:latin typeface="Calibri"/>
              </a:rPr>
              <a:t> data editors. </a:t>
            </a:r>
            <a:endParaRPr b="0" lang="en-US" sz="3200" strike="noStrike" u="none">
              <a:solidFill>
                <a:srgbClr val="000000"/>
              </a:solidFill>
              <a:effectLst/>
              <a:uFillTx/>
              <a:latin typeface="Arial"/>
            </a:endParaRPr>
          </a:p>
          <a:p>
            <a:pPr marL="216000" indent="-216000" defTabSz="3686760">
              <a:lnSpc>
                <a:spcPct val="100000"/>
              </a:lnSpc>
              <a:buClr>
                <a:srgbClr val="000000"/>
              </a:buClr>
              <a:buFont typeface="OpenSymbol"/>
              <a:buAutoNum type="arabicParenR"/>
            </a:pPr>
            <a:r>
              <a:rPr b="0" lang="en-US" sz="3200" strike="noStrike" u="none">
                <a:solidFill>
                  <a:schemeClr val="dk1"/>
                </a:solidFill>
                <a:effectLst/>
                <a:uFillTx/>
                <a:latin typeface="Calibri"/>
              </a:rPr>
              <a:t>Using a </a:t>
            </a:r>
            <a:r>
              <a:rPr b="1" lang="en-US" sz="3200" strike="noStrike" u="none">
                <a:solidFill>
                  <a:schemeClr val="dk1"/>
                </a:solidFill>
                <a:effectLst/>
                <a:uFillTx/>
                <a:latin typeface="Calibri"/>
              </a:rPr>
              <a:t>sufficiently large cross-section of articles</a:t>
            </a:r>
            <a:r>
              <a:rPr b="0" lang="en-US" sz="3200" strike="noStrike" u="none">
                <a:solidFill>
                  <a:schemeClr val="dk1"/>
                </a:solidFill>
                <a:effectLst/>
                <a:uFillTx/>
                <a:latin typeface="Calibri"/>
              </a:rPr>
              <a:t> in a classroom setting. In our experience, students acquire many of the needed skills within about 5 articles. Sampling might not yield the necessary diversity in difficulty; curation of selected articles is time-consuming. It may be possible to use input from various data editors. </a:t>
            </a:r>
            <a:endParaRPr b="0" lang="en-US" sz="3200" strike="noStrike" u="none">
              <a:solidFill>
                <a:srgbClr val="000000"/>
              </a:solidFill>
              <a:effectLst/>
              <a:uFillTx/>
              <a:latin typeface="Arial"/>
            </a:endParaRPr>
          </a:p>
        </p:txBody>
      </p:sp>
      <p:sp>
        <p:nvSpPr>
          <p:cNvPr id="69" name="Rectangle 12"/>
          <p:cNvSpPr/>
          <p:nvPr/>
        </p:nvSpPr>
        <p:spPr>
          <a:xfrm>
            <a:off x="1829160" y="12449520"/>
            <a:ext cx="14172840" cy="1005120"/>
          </a:xfrm>
          <a:prstGeom prst="rect">
            <a:avLst/>
          </a:prstGeom>
          <a:solidFill>
            <a:schemeClr val="accent1">
              <a:lumMod val="75000"/>
            </a:schemeClr>
          </a:solidFill>
          <a:ln w="12600">
            <a:solidFill>
              <a:schemeClr val="accent1"/>
            </a:solidFill>
            <a:miter/>
          </a:ln>
        </p:spPr>
        <p:style>
          <a:lnRef idx="0"/>
          <a:fillRef idx="0"/>
          <a:effectRef idx="0"/>
          <a:fontRef idx="minor"/>
        </p:style>
        <p:txBody>
          <a:bodyPr lIns="90000" rIns="90000" tIns="45000" bIns="45000" anchor="ctr">
            <a:spAutoFit/>
          </a:bodyPr>
          <a:p>
            <a:pPr algn="ctr" defTabSz="3686760">
              <a:lnSpc>
                <a:spcPct val="100000"/>
              </a:lnSpc>
            </a:pPr>
            <a:r>
              <a:rPr b="1" lang="en-US" sz="6000" strike="noStrike" u="none">
                <a:solidFill>
                  <a:schemeClr val="accent3">
                    <a:lumMod val="20000"/>
                    <a:lumOff val="80000"/>
                  </a:schemeClr>
                </a:solidFill>
                <a:effectLst/>
                <a:uFillTx/>
                <a:latin typeface="Calibri"/>
              </a:rPr>
              <a:t>Introduction</a:t>
            </a:r>
            <a:endParaRPr b="0" lang="en-US" sz="6000" strike="noStrike" u="none">
              <a:solidFill>
                <a:srgbClr val="ffffff"/>
              </a:solidFill>
              <a:effectLst/>
              <a:uFillTx/>
              <a:latin typeface="Arial"/>
            </a:endParaRPr>
          </a:p>
        </p:txBody>
      </p:sp>
      <p:sp>
        <p:nvSpPr>
          <p:cNvPr id="70" name="Text Box 192"/>
          <p:cNvSpPr/>
          <p:nvPr/>
        </p:nvSpPr>
        <p:spPr>
          <a:xfrm>
            <a:off x="1829160" y="27706320"/>
            <a:ext cx="14172840" cy="11097720"/>
          </a:xfrm>
          <a:prstGeom prst="rect">
            <a:avLst/>
          </a:prstGeom>
          <a:solidFill>
            <a:schemeClr val="lt1"/>
          </a:solidFill>
          <a:ln w="12600">
            <a:solidFill>
              <a:schemeClr val="accent1">
                <a:lumMod val="75000"/>
              </a:schemeClr>
            </a:solidFill>
            <a:round/>
          </a:ln>
        </p:spPr>
        <p:style>
          <a:lnRef idx="0"/>
          <a:fillRef idx="0"/>
          <a:effectRef idx="0"/>
          <a:fontRef idx="minor"/>
        </p:style>
        <p:txBody>
          <a:bodyPr lIns="182880" rIns="182880" tIns="182880" bIns="182880" anchor="t">
            <a:spAutoFit/>
          </a:bodyPr>
          <a:p>
            <a:pPr defTabSz="3686760">
              <a:lnSpc>
                <a:spcPct val="100000"/>
              </a:lnSpc>
            </a:pPr>
            <a:r>
              <a:rPr b="0" lang="en-US" sz="3200" strike="noStrike" u="none">
                <a:solidFill>
                  <a:schemeClr val="dk1"/>
                </a:solidFill>
                <a:effectLst/>
                <a:uFillTx/>
                <a:latin typeface="Calibri"/>
              </a:rPr>
              <a:t>What do students do? And what do they learn?</a:t>
            </a:r>
            <a:br>
              <a:rPr sz="3200"/>
            </a:br>
            <a:endParaRPr b="0" lang="en-US" sz="3200" strike="noStrike" u="none">
              <a:solidFill>
                <a:srgbClr val="000000"/>
              </a:solidFill>
              <a:effectLst/>
              <a:uFillTx/>
              <a:latin typeface="Arial"/>
            </a:endParaRPr>
          </a:p>
          <a:p>
            <a:pPr marL="914400" indent="-896040" defTabSz="3686760">
              <a:lnSpc>
                <a:spcPct val="100000"/>
              </a:lnSpc>
              <a:tabLst>
                <a:tab algn="l" pos="408240"/>
              </a:tabLst>
            </a:pPr>
            <a:r>
              <a:rPr b="1" lang="en-US" sz="3200" strike="noStrike" u="sng">
                <a:solidFill>
                  <a:schemeClr val="dk1"/>
                </a:solidFill>
                <a:effectLst/>
                <a:uFillTx/>
                <a:latin typeface="Calibri"/>
              </a:rPr>
              <a:t>Data acumen</a:t>
            </a:r>
            <a:r>
              <a:rPr b="0" lang="en-US" sz="3200" strike="noStrike" u="none">
                <a:solidFill>
                  <a:schemeClr val="dk1"/>
                </a:solidFill>
                <a:effectLst/>
                <a:uFillTx/>
                <a:latin typeface="Calibri"/>
              </a:rPr>
              <a:t>: Students analyze </a:t>
            </a:r>
            <a:r>
              <a:rPr b="0" lang="en-US" sz="3200" strike="noStrike" u="none">
                <a:solidFill>
                  <a:schemeClr val="dk1"/>
                </a:solidFill>
                <a:effectLst/>
                <a:highlight>
                  <a:srgbClr val="dee6ef"/>
                </a:highlight>
                <a:uFillTx/>
                <a:latin typeface="Calibri"/>
              </a:rPr>
              <a:t>data provenance</a:t>
            </a:r>
            <a:r>
              <a:rPr b="0" lang="en-US" sz="3200" strike="noStrike" u="none">
                <a:solidFill>
                  <a:schemeClr val="dk1"/>
                </a:solidFill>
                <a:effectLst/>
                <a:uFillTx/>
                <a:latin typeface="Calibri"/>
              </a:rPr>
              <a:t> as described by authors, must assess the feasibility of accessing all data; may be asked to obtain data from a variety of databases/ request protocols; learn to work with data that has </a:t>
            </a:r>
            <a:r>
              <a:rPr b="0" lang="en-US" sz="3200" strike="noStrike" u="none">
                <a:solidFill>
                  <a:schemeClr val="dk1"/>
                </a:solidFill>
                <a:effectLst/>
                <a:highlight>
                  <a:srgbClr val="dee6ef"/>
                </a:highlight>
                <a:uFillTx/>
                <a:latin typeface="Calibri"/>
              </a:rPr>
              <a:t>distribution restrictions</a:t>
            </a:r>
            <a:r>
              <a:rPr b="0" lang="en-US" sz="3200" strike="noStrike" u="none">
                <a:solidFill>
                  <a:schemeClr val="dk1"/>
                </a:solidFill>
                <a:effectLst/>
                <a:uFillTx/>
                <a:latin typeface="Calibri"/>
              </a:rPr>
              <a:t> (see Figure 1). </a:t>
            </a:r>
            <a:endParaRPr b="0" lang="en-US" sz="3200" strike="noStrike" u="none">
              <a:solidFill>
                <a:srgbClr val="000000"/>
              </a:solidFill>
              <a:effectLst/>
              <a:uFillTx/>
              <a:latin typeface="Arial"/>
            </a:endParaRPr>
          </a:p>
          <a:p>
            <a:pPr marL="914400" indent="-896040" defTabSz="3686760">
              <a:lnSpc>
                <a:spcPct val="100000"/>
              </a:lnSpc>
              <a:tabLst>
                <a:tab algn="l" pos="408240"/>
              </a:tabLst>
            </a:pPr>
            <a:r>
              <a:rPr b="1" lang="en-US" sz="3200" strike="noStrike" u="sng">
                <a:solidFill>
                  <a:schemeClr val="dk1"/>
                </a:solidFill>
                <a:effectLst/>
                <a:uFillTx/>
                <a:latin typeface="Calibri"/>
              </a:rPr>
              <a:t>Technical evaluation</a:t>
            </a:r>
            <a:r>
              <a:rPr b="0" lang="en-US" sz="3200" strike="noStrike" u="none">
                <a:solidFill>
                  <a:schemeClr val="dk1"/>
                </a:solidFill>
                <a:effectLst/>
                <a:uFillTx/>
                <a:latin typeface="Calibri"/>
              </a:rPr>
              <a:t>: Students must verify their </a:t>
            </a:r>
            <a:r>
              <a:rPr b="0" lang="en-US" sz="3200" strike="noStrike" u="none">
                <a:solidFill>
                  <a:schemeClr val="dk1"/>
                </a:solidFill>
                <a:effectLst/>
                <a:highlight>
                  <a:srgbClr val="dee6ef"/>
                </a:highlight>
                <a:uFillTx/>
                <a:latin typeface="Calibri"/>
              </a:rPr>
              <a:t>ability</a:t>
            </a:r>
            <a:r>
              <a:rPr b="0" lang="en-US" sz="3200" strike="noStrike" u="none">
                <a:solidFill>
                  <a:schemeClr val="dk1"/>
                </a:solidFill>
                <a:effectLst/>
                <a:uFillTx/>
                <a:latin typeface="Calibri"/>
              </a:rPr>
              <a:t>, within the range of the technical means at their disposal, </a:t>
            </a:r>
            <a:r>
              <a:rPr b="0" lang="en-US" sz="3200" strike="noStrike" u="none">
                <a:solidFill>
                  <a:schemeClr val="dk1"/>
                </a:solidFill>
                <a:effectLst/>
                <a:highlight>
                  <a:srgbClr val="dee6ef"/>
                </a:highlight>
                <a:uFillTx/>
                <a:latin typeface="Calibri"/>
              </a:rPr>
              <a:t>to computationally reproduce</a:t>
            </a:r>
            <a:r>
              <a:rPr b="0" lang="en-US" sz="3200" strike="noStrike" u="none">
                <a:solidFill>
                  <a:schemeClr val="dk1"/>
                </a:solidFill>
                <a:effectLst/>
                <a:uFillTx/>
                <a:latin typeface="Calibri"/>
              </a:rPr>
              <a:t> results. They must also recognize when they are not the most qualified person to do the task.</a:t>
            </a:r>
            <a:endParaRPr b="0" lang="en-US" sz="3200" strike="noStrike" u="none">
              <a:solidFill>
                <a:srgbClr val="000000"/>
              </a:solidFill>
              <a:effectLst/>
              <a:uFillTx/>
              <a:latin typeface="Arial"/>
            </a:endParaRPr>
          </a:p>
          <a:p>
            <a:pPr marL="914400" indent="-896040" defTabSz="3686760">
              <a:lnSpc>
                <a:spcPct val="100000"/>
              </a:lnSpc>
              <a:tabLst>
                <a:tab algn="l" pos="408240"/>
              </a:tabLst>
            </a:pPr>
            <a:r>
              <a:rPr b="1" lang="en-US" sz="3200" strike="noStrike" u="sng">
                <a:solidFill>
                  <a:schemeClr val="dk1"/>
                </a:solidFill>
                <a:effectLst/>
                <a:uFillTx/>
                <a:latin typeface="Calibri"/>
              </a:rPr>
              <a:t>Skeptically follow instructions</a:t>
            </a:r>
            <a:r>
              <a:rPr b="0" lang="en-US" sz="3200" strike="noStrike" u="none">
                <a:solidFill>
                  <a:schemeClr val="dk1"/>
                </a:solidFill>
                <a:effectLst/>
                <a:uFillTx/>
                <a:latin typeface="Calibri"/>
              </a:rPr>
              <a:t>: Students </a:t>
            </a:r>
            <a:r>
              <a:rPr b="0" lang="en-US" sz="3200" strike="noStrike" u="none">
                <a:solidFill>
                  <a:schemeClr val="dk1"/>
                </a:solidFill>
                <a:effectLst/>
                <a:highlight>
                  <a:srgbClr val="dee6ef"/>
                </a:highlight>
                <a:uFillTx/>
                <a:latin typeface="Calibri"/>
              </a:rPr>
              <a:t>attempt reproduction</a:t>
            </a:r>
            <a:r>
              <a:rPr b="0" lang="en-US" sz="3200" strike="noStrike" u="none">
                <a:solidFill>
                  <a:schemeClr val="dk1"/>
                </a:solidFill>
                <a:effectLst/>
                <a:uFillTx/>
                <a:latin typeface="Calibri"/>
              </a:rPr>
              <a:t> as per instructions (README), but must also understand when not to follow instructions (b/c incorrect/inefficient).</a:t>
            </a:r>
            <a:endParaRPr b="0" lang="en-US" sz="3200" strike="noStrike" u="none">
              <a:solidFill>
                <a:srgbClr val="000000"/>
              </a:solidFill>
              <a:effectLst/>
              <a:uFillTx/>
              <a:latin typeface="Arial"/>
            </a:endParaRPr>
          </a:p>
          <a:p>
            <a:pPr marL="914400" indent="-896040" defTabSz="3686760">
              <a:lnSpc>
                <a:spcPct val="100000"/>
              </a:lnSpc>
              <a:tabLst>
                <a:tab algn="l" pos="408240"/>
              </a:tabLst>
            </a:pPr>
            <a:r>
              <a:rPr b="1" lang="en-US" sz="3200" strike="noStrike" u="sng">
                <a:solidFill>
                  <a:schemeClr val="dk1"/>
                </a:solidFill>
                <a:effectLst/>
                <a:uFillTx/>
                <a:latin typeface="Calibri"/>
              </a:rPr>
              <a:t>Run and debug code in multiple software environments</a:t>
            </a:r>
            <a:r>
              <a:rPr b="0" lang="en-US" sz="3200" strike="noStrike" u="none">
                <a:solidFill>
                  <a:schemeClr val="dk1"/>
                </a:solidFill>
                <a:effectLst/>
                <a:uFillTx/>
                <a:latin typeface="Calibri"/>
              </a:rPr>
              <a:t>: Students are selected based on prior exposure to at least 1 software environment, but </a:t>
            </a:r>
            <a:r>
              <a:rPr b="0" lang="en-US" sz="3200" strike="noStrike" u="none">
                <a:solidFill>
                  <a:schemeClr val="dk1"/>
                </a:solidFill>
                <a:effectLst/>
                <a:highlight>
                  <a:srgbClr val="dee6ef"/>
                </a:highlight>
                <a:uFillTx/>
                <a:latin typeface="Calibri"/>
              </a:rPr>
              <a:t>must run and debug code</a:t>
            </a:r>
            <a:r>
              <a:rPr b="0" lang="en-US" sz="3200" strike="noStrike" u="none">
                <a:solidFill>
                  <a:schemeClr val="dk1"/>
                </a:solidFill>
                <a:effectLst/>
                <a:uFillTx/>
                <a:latin typeface="Calibri"/>
              </a:rPr>
              <a:t> in others as well. Learn about commonality in software design approaches; </a:t>
            </a:r>
            <a:r>
              <a:rPr b="0" lang="en-US" sz="3200" strike="noStrike" u="none">
                <a:solidFill>
                  <a:schemeClr val="dk1"/>
                </a:solidFill>
                <a:effectLst/>
                <a:highlight>
                  <a:srgbClr val="dee6ef"/>
                </a:highlight>
                <a:uFillTx/>
                <a:latin typeface="Calibri"/>
              </a:rPr>
              <a:t>critically evaluate sources</a:t>
            </a:r>
            <a:r>
              <a:rPr b="0" lang="en-US" sz="3200" strike="noStrike" u="none">
                <a:solidFill>
                  <a:schemeClr val="dk1"/>
                </a:solidFill>
                <a:effectLst/>
                <a:uFillTx/>
                <a:latin typeface="Calibri"/>
              </a:rPr>
              <a:t> of debugging information (help files, internet, colleagues). Working with unfamiliar (HPC, Windows!) environments</a:t>
            </a:r>
            <a:endParaRPr b="0" lang="en-US" sz="3200" strike="noStrike" u="none">
              <a:solidFill>
                <a:srgbClr val="000000"/>
              </a:solidFill>
              <a:effectLst/>
              <a:uFillTx/>
              <a:latin typeface="Arial"/>
            </a:endParaRPr>
          </a:p>
          <a:p>
            <a:pPr marL="914400" indent="-896040" defTabSz="3686760">
              <a:lnSpc>
                <a:spcPct val="100000"/>
              </a:lnSpc>
              <a:tabLst>
                <a:tab algn="l" pos="408240"/>
              </a:tabLst>
            </a:pPr>
            <a:r>
              <a:rPr b="1" lang="en-US" sz="3200" strike="noStrike" u="sng">
                <a:solidFill>
                  <a:schemeClr val="dk1"/>
                </a:solidFill>
                <a:effectLst/>
                <a:uFillTx/>
                <a:latin typeface="Calibri"/>
              </a:rPr>
              <a:t>Objective and empathetic technical writing</a:t>
            </a:r>
            <a:r>
              <a:rPr b="0" lang="en-US" sz="3200" strike="noStrike" u="none">
                <a:solidFill>
                  <a:schemeClr val="dk1"/>
                </a:solidFill>
                <a:effectLst/>
                <a:uFillTx/>
                <a:latin typeface="Calibri"/>
              </a:rPr>
              <a:t>: Students must </a:t>
            </a:r>
            <a:r>
              <a:rPr b="0" lang="en-US" sz="3200" strike="noStrike" u="none">
                <a:solidFill>
                  <a:schemeClr val="dk1"/>
                </a:solidFill>
                <a:effectLst/>
                <a:highlight>
                  <a:srgbClr val="dee6ef"/>
                </a:highlight>
                <a:uFillTx/>
                <a:latin typeface="Calibri"/>
              </a:rPr>
              <a:t>prepare report</a:t>
            </a:r>
            <a:r>
              <a:rPr b="0" lang="en-US" sz="3200" strike="noStrike" u="none">
                <a:solidFill>
                  <a:schemeClr val="dk1"/>
                </a:solidFill>
                <a:effectLst/>
                <a:uFillTx/>
                <a:latin typeface="Calibri"/>
              </a:rPr>
              <a:t>, communicating what went right and what went wrong; understanding that they are “</a:t>
            </a:r>
            <a:r>
              <a:rPr b="0" lang="en-US" sz="3200" strike="noStrike" u="none">
                <a:solidFill>
                  <a:schemeClr val="dk1"/>
                </a:solidFill>
                <a:effectLst/>
                <a:highlight>
                  <a:srgbClr val="dee6ef"/>
                </a:highlight>
                <a:uFillTx/>
                <a:latin typeface="Calibri"/>
              </a:rPr>
              <a:t>communicating up</a:t>
            </a:r>
            <a:r>
              <a:rPr b="0" lang="en-US" sz="3200" strike="noStrike" u="none">
                <a:solidFill>
                  <a:schemeClr val="dk1"/>
                </a:solidFill>
                <a:effectLst/>
                <a:uFillTx/>
                <a:latin typeface="Calibri"/>
              </a:rPr>
              <a:t>” to a more senior individual; provide constructive criticism where appropriate. </a:t>
            </a:r>
            <a:endParaRPr b="0" lang="en-US" sz="3200" strike="noStrike" u="none">
              <a:solidFill>
                <a:srgbClr val="000000"/>
              </a:solidFill>
              <a:effectLst/>
              <a:uFillTx/>
              <a:latin typeface="Arial"/>
            </a:endParaRPr>
          </a:p>
        </p:txBody>
      </p:sp>
      <p:sp>
        <p:nvSpPr>
          <p:cNvPr id="71" name="Rectangle 14"/>
          <p:cNvSpPr/>
          <p:nvPr/>
        </p:nvSpPr>
        <p:spPr>
          <a:xfrm>
            <a:off x="1829160" y="26746200"/>
            <a:ext cx="14172840" cy="1005120"/>
          </a:xfrm>
          <a:prstGeom prst="rect">
            <a:avLst/>
          </a:prstGeom>
          <a:solidFill>
            <a:schemeClr val="accent1">
              <a:lumMod val="75000"/>
            </a:schemeClr>
          </a:solidFill>
          <a:ln w="12600">
            <a:solidFill>
              <a:schemeClr val="accent1"/>
            </a:solidFill>
            <a:miter/>
          </a:ln>
        </p:spPr>
        <p:style>
          <a:lnRef idx="0"/>
          <a:fillRef idx="0"/>
          <a:effectRef idx="0"/>
          <a:fontRef idx="minor"/>
        </p:style>
        <p:txBody>
          <a:bodyPr lIns="90000" rIns="90000" tIns="45000" bIns="45000" anchor="ctr">
            <a:spAutoFit/>
          </a:bodyPr>
          <a:p>
            <a:pPr algn="ctr" defTabSz="3686760">
              <a:lnSpc>
                <a:spcPct val="100000"/>
              </a:lnSpc>
            </a:pPr>
            <a:r>
              <a:rPr b="1" lang="en-US" sz="6000" strike="noStrike" u="none">
                <a:solidFill>
                  <a:schemeClr val="accent3">
                    <a:lumMod val="20000"/>
                    <a:lumOff val="80000"/>
                  </a:schemeClr>
                </a:solidFill>
                <a:effectLst/>
                <a:uFillTx/>
                <a:latin typeface="Calibri"/>
              </a:rPr>
              <a:t>Learning Objectives and Tasks</a:t>
            </a:r>
            <a:endParaRPr b="0" lang="en-US" sz="6000" strike="noStrike" u="none">
              <a:solidFill>
                <a:srgbClr val="ffffff"/>
              </a:solidFill>
              <a:effectLst/>
              <a:uFillTx/>
              <a:latin typeface="Arial"/>
            </a:endParaRPr>
          </a:p>
        </p:txBody>
      </p:sp>
      <p:sp>
        <p:nvSpPr>
          <p:cNvPr id="72" name="Text Box 191"/>
          <p:cNvSpPr/>
          <p:nvPr/>
        </p:nvSpPr>
        <p:spPr>
          <a:xfrm>
            <a:off x="16916400" y="23058360"/>
            <a:ext cx="14172840" cy="3780000"/>
          </a:xfrm>
          <a:prstGeom prst="rect">
            <a:avLst/>
          </a:prstGeom>
          <a:solidFill>
            <a:schemeClr val="lt1"/>
          </a:solidFill>
          <a:ln w="12600">
            <a:solidFill>
              <a:schemeClr val="accent1">
                <a:lumMod val="75000"/>
              </a:schemeClr>
            </a:solidFill>
            <a:round/>
          </a:ln>
        </p:spPr>
        <p:style>
          <a:lnRef idx="0"/>
          <a:fillRef idx="0"/>
          <a:effectRef idx="0"/>
          <a:fontRef idx="minor"/>
        </p:style>
        <p:txBody>
          <a:bodyPr lIns="182880" rIns="182880" tIns="182880" bIns="182880" anchor="t">
            <a:spAutoFit/>
          </a:bodyPr>
          <a:p>
            <a:pPr defTabSz="3686760">
              <a:lnSpc>
                <a:spcPct val="100000"/>
              </a:lnSpc>
            </a:pPr>
            <a:r>
              <a:rPr b="0" lang="en-US" sz="3200" strike="noStrike" u="none">
                <a:solidFill>
                  <a:schemeClr val="dk1"/>
                </a:solidFill>
                <a:effectLst/>
                <a:uFillTx/>
                <a:latin typeface="Calibri"/>
              </a:rPr>
              <a:t>We think it is possible to organize a </a:t>
            </a:r>
            <a:r>
              <a:rPr b="1" lang="en-US" sz="3200" strike="noStrike" u="none">
                <a:solidFill>
                  <a:schemeClr val="dk1"/>
                </a:solidFill>
                <a:effectLst/>
                <a:uFillTx/>
                <a:latin typeface="Calibri"/>
              </a:rPr>
              <a:t>"pool" of articles</a:t>
            </a:r>
            <a:r>
              <a:rPr b="0" lang="en-US" sz="3200" strike="noStrike" u="none">
                <a:solidFill>
                  <a:schemeClr val="dk1"/>
                </a:solidFill>
                <a:effectLst/>
                <a:uFillTx/>
                <a:latin typeface="Calibri"/>
              </a:rPr>
              <a:t> to which authors, wishing to submit to journals, can submit their code. Classes would draw from this pool, and prepare a realistic response within 2-3 months. A pool of "editors", which need not be the instructor themselves, can handle reviewing the real reports that get sent back to real authors. This is similar to internal efforts at various institutions (Arguillas et al, 2022; Jones, 2024), and similar to various CS and DS classes that work with real external clients (f.i., Paloian, 2022). </a:t>
            </a:r>
            <a:endParaRPr b="0" lang="en-US" sz="3200" strike="noStrike" u="none">
              <a:solidFill>
                <a:srgbClr val="000000"/>
              </a:solidFill>
              <a:effectLst/>
              <a:uFillTx/>
              <a:latin typeface="Arial"/>
            </a:endParaRPr>
          </a:p>
        </p:txBody>
      </p:sp>
      <p:sp>
        <p:nvSpPr>
          <p:cNvPr id="73" name="Rectangle 16"/>
          <p:cNvSpPr/>
          <p:nvPr/>
        </p:nvSpPr>
        <p:spPr>
          <a:xfrm>
            <a:off x="16916400" y="22143960"/>
            <a:ext cx="14172840" cy="914040"/>
          </a:xfrm>
          <a:prstGeom prst="rect">
            <a:avLst/>
          </a:prstGeom>
          <a:solidFill>
            <a:schemeClr val="accent1">
              <a:lumMod val="75000"/>
            </a:schemeClr>
          </a:solidFill>
          <a:ln w="12600">
            <a:solidFill>
              <a:schemeClr val="accent1"/>
            </a:solidFill>
            <a:miter/>
          </a:ln>
        </p:spPr>
        <p:style>
          <a:lnRef idx="0"/>
          <a:fillRef idx="0"/>
          <a:effectRef idx="0"/>
          <a:fontRef idx="minor"/>
        </p:style>
        <p:txBody>
          <a:bodyPr lIns="90000" rIns="90000" tIns="45000" bIns="45000" anchor="ctr">
            <a:noAutofit/>
          </a:bodyPr>
          <a:p>
            <a:pPr algn="ctr" defTabSz="3686760">
              <a:lnSpc>
                <a:spcPct val="100000"/>
              </a:lnSpc>
            </a:pPr>
            <a:r>
              <a:rPr b="1" lang="en-US" sz="6000" strike="noStrike" u="none">
                <a:solidFill>
                  <a:schemeClr val="accent3">
                    <a:lumMod val="20000"/>
                    <a:lumOff val="80000"/>
                  </a:schemeClr>
                </a:solidFill>
                <a:effectLst/>
                <a:uFillTx/>
                <a:latin typeface="Calibri"/>
              </a:rPr>
              <a:t>Discussion</a:t>
            </a:r>
            <a:endParaRPr b="0" lang="en-US" sz="6000" strike="noStrike" u="none">
              <a:solidFill>
                <a:srgbClr val="ffffff"/>
              </a:solidFill>
              <a:effectLst/>
              <a:uFillTx/>
              <a:latin typeface="Arial"/>
            </a:endParaRPr>
          </a:p>
        </p:txBody>
      </p:sp>
      <p:sp>
        <p:nvSpPr>
          <p:cNvPr id="74" name="Text Box 193"/>
          <p:cNvSpPr/>
          <p:nvPr/>
        </p:nvSpPr>
        <p:spPr>
          <a:xfrm>
            <a:off x="16916400" y="34501320"/>
            <a:ext cx="14172840" cy="1829520"/>
          </a:xfrm>
          <a:prstGeom prst="rect">
            <a:avLst/>
          </a:prstGeom>
          <a:solidFill>
            <a:schemeClr val="lt1"/>
          </a:solidFill>
          <a:ln w="12600">
            <a:solidFill>
              <a:schemeClr val="accent1">
                <a:lumMod val="75000"/>
              </a:schemeClr>
            </a:solidFill>
            <a:round/>
          </a:ln>
        </p:spPr>
        <p:style>
          <a:lnRef idx="0"/>
          <a:fillRef idx="0"/>
          <a:effectRef idx="0"/>
          <a:fontRef idx="minor"/>
        </p:style>
        <p:txBody>
          <a:bodyPr lIns="182880" rIns="182880" tIns="182880" bIns="182880" anchor="t">
            <a:spAutoFit/>
          </a:bodyPr>
          <a:p>
            <a:pPr defTabSz="3686760">
              <a:lnSpc>
                <a:spcPct val="100000"/>
              </a:lnSpc>
            </a:pPr>
            <a:r>
              <a:rPr b="0" lang="en-US" sz="3200" strike="noStrike" u="none">
                <a:solidFill>
                  <a:schemeClr val="dk1"/>
                </a:solidFill>
                <a:effectLst/>
                <a:uFillTx/>
                <a:latin typeface="Calibri"/>
              </a:rPr>
              <a:t>We believe that such a classroom activity can be implemented in many colleges and universities at the undergraduate level, and hope to discuss with attendees of the poster session.</a:t>
            </a:r>
            <a:endParaRPr b="0" lang="en-US" sz="3200" strike="noStrike" u="none">
              <a:solidFill>
                <a:srgbClr val="000000"/>
              </a:solidFill>
              <a:effectLst/>
              <a:uFillTx/>
              <a:latin typeface="Arial"/>
            </a:endParaRPr>
          </a:p>
        </p:txBody>
      </p:sp>
      <p:sp>
        <p:nvSpPr>
          <p:cNvPr id="75" name="Rectangle 18"/>
          <p:cNvSpPr/>
          <p:nvPr/>
        </p:nvSpPr>
        <p:spPr>
          <a:xfrm>
            <a:off x="16916400" y="33585840"/>
            <a:ext cx="14172840" cy="914040"/>
          </a:xfrm>
          <a:prstGeom prst="rect">
            <a:avLst/>
          </a:prstGeom>
          <a:solidFill>
            <a:schemeClr val="accent1">
              <a:lumMod val="75000"/>
            </a:schemeClr>
          </a:solidFill>
          <a:ln w="12600">
            <a:solidFill>
              <a:schemeClr val="accent1"/>
            </a:solidFill>
            <a:miter/>
          </a:ln>
        </p:spPr>
        <p:style>
          <a:lnRef idx="0"/>
          <a:fillRef idx="0"/>
          <a:effectRef idx="0"/>
          <a:fontRef idx="minor"/>
        </p:style>
        <p:txBody>
          <a:bodyPr lIns="90000" rIns="90000" tIns="45000" bIns="45000" anchor="ctr">
            <a:noAutofit/>
          </a:bodyPr>
          <a:p>
            <a:pPr algn="ctr" defTabSz="3686760">
              <a:lnSpc>
                <a:spcPct val="100000"/>
              </a:lnSpc>
            </a:pPr>
            <a:r>
              <a:rPr b="1" lang="en-US" sz="6000" strike="noStrike" u="none">
                <a:solidFill>
                  <a:schemeClr val="accent3">
                    <a:lumMod val="20000"/>
                    <a:lumOff val="80000"/>
                  </a:schemeClr>
                </a:solidFill>
                <a:effectLst/>
                <a:uFillTx/>
                <a:latin typeface="Calibri"/>
              </a:rPr>
              <a:t>Conclusions</a:t>
            </a:r>
            <a:endParaRPr b="0" lang="en-US" sz="6000" strike="noStrike" u="none">
              <a:solidFill>
                <a:srgbClr val="ffffff"/>
              </a:solidFill>
              <a:effectLst/>
              <a:uFillTx/>
              <a:latin typeface="Arial"/>
            </a:endParaRPr>
          </a:p>
        </p:txBody>
      </p:sp>
      <p:sp>
        <p:nvSpPr>
          <p:cNvPr id="76" name="Rectangle 21"/>
          <p:cNvSpPr/>
          <p:nvPr/>
        </p:nvSpPr>
        <p:spPr>
          <a:xfrm>
            <a:off x="16916400" y="6172200"/>
            <a:ext cx="14172840" cy="914040"/>
          </a:xfrm>
          <a:prstGeom prst="rect">
            <a:avLst/>
          </a:prstGeom>
          <a:solidFill>
            <a:schemeClr val="accent1">
              <a:lumMod val="75000"/>
            </a:schemeClr>
          </a:solidFill>
          <a:ln w="12600">
            <a:solidFill>
              <a:schemeClr val="accent1"/>
            </a:solidFill>
            <a:miter/>
          </a:ln>
        </p:spPr>
        <p:style>
          <a:lnRef idx="0"/>
          <a:fillRef idx="0"/>
          <a:effectRef idx="0"/>
          <a:fontRef idx="minor"/>
        </p:style>
        <p:txBody>
          <a:bodyPr lIns="90000" rIns="90000" tIns="45000" bIns="45000" anchor="ctr">
            <a:noAutofit/>
          </a:bodyPr>
          <a:p>
            <a:pPr algn="ctr" defTabSz="3686760">
              <a:lnSpc>
                <a:spcPct val="100000"/>
              </a:lnSpc>
            </a:pPr>
            <a:r>
              <a:rPr b="1" lang="en-US" sz="6000" strike="noStrike" u="none">
                <a:solidFill>
                  <a:schemeClr val="accent3">
                    <a:lumMod val="20000"/>
                    <a:lumOff val="80000"/>
                  </a:schemeClr>
                </a:solidFill>
                <a:effectLst/>
                <a:uFillTx/>
                <a:latin typeface="Calibri"/>
              </a:rPr>
              <a:t>Challenges</a:t>
            </a:r>
            <a:endParaRPr b="0" lang="en-US" sz="6000" strike="noStrike" u="none">
              <a:solidFill>
                <a:srgbClr val="ffffff"/>
              </a:solidFill>
              <a:effectLst/>
              <a:uFillTx/>
              <a:latin typeface="Arial"/>
            </a:endParaRPr>
          </a:p>
        </p:txBody>
      </p:sp>
      <p:sp>
        <p:nvSpPr>
          <p:cNvPr id="77" name="Text Box 180"/>
          <p:cNvSpPr/>
          <p:nvPr/>
        </p:nvSpPr>
        <p:spPr>
          <a:xfrm>
            <a:off x="16916400" y="21183480"/>
            <a:ext cx="7539120" cy="456120"/>
          </a:xfrm>
          <a:prstGeom prst="rect">
            <a:avLst/>
          </a:prstGeom>
          <a:noFill/>
          <a:ln w="0">
            <a:noFill/>
          </a:ln>
        </p:spPr>
        <p:style>
          <a:lnRef idx="0"/>
          <a:fillRef idx="0"/>
          <a:effectRef idx="0"/>
          <a:fontRef idx="minor"/>
        </p:style>
        <p:txBody>
          <a:bodyPr wrap="none" lIns="90000" rIns="90000" tIns="45000" bIns="45000" anchor="t">
            <a:spAutoFit/>
          </a:bodyPr>
          <a:p>
            <a:pPr algn="ctr" defTabSz="4389480">
              <a:lnSpc>
                <a:spcPct val="100000"/>
              </a:lnSpc>
            </a:pPr>
            <a:r>
              <a:rPr b="1" lang="en-US" sz="2400" strike="noStrike" u="none">
                <a:solidFill>
                  <a:schemeClr val="dk1"/>
                </a:solidFill>
                <a:effectLst/>
                <a:uFillTx/>
                <a:latin typeface="Calibri"/>
              </a:rPr>
              <a:t>Figure 1.</a:t>
            </a:r>
            <a:r>
              <a:rPr b="0" lang="en-US" sz="2400" strike="noStrike" u="none">
                <a:solidFill>
                  <a:schemeClr val="dk1"/>
                </a:solidFill>
                <a:effectLst/>
                <a:uFillTx/>
                <a:latin typeface="Calibri"/>
              </a:rPr>
              <a:t> Distribution of Data Access in AER articles in 2024.</a:t>
            </a:r>
            <a:endParaRPr b="0" lang="en-US" sz="2400" strike="noStrike" u="none">
              <a:solidFill>
                <a:srgbClr val="000000"/>
              </a:solidFill>
              <a:effectLst/>
              <a:uFillTx/>
              <a:latin typeface="Arial"/>
            </a:endParaRPr>
          </a:p>
        </p:txBody>
      </p:sp>
      <p:sp>
        <p:nvSpPr>
          <p:cNvPr id="78" name="Rectangle 265"/>
          <p:cNvSpPr/>
          <p:nvPr/>
        </p:nvSpPr>
        <p:spPr>
          <a:xfrm>
            <a:off x="914400" y="1554480"/>
            <a:ext cx="2923560" cy="2194200"/>
          </a:xfrm>
          <a:prstGeom prst="rect">
            <a:avLst/>
          </a:prstGeom>
          <a:blipFill rotWithShape="0">
            <a:blip r:embed="rId4"/>
            <a:srcRect/>
            <a:stretch/>
          </a:blipFill>
          <a:ln w="9360">
            <a:solidFill>
              <a:srgbClr val="000000"/>
            </a:solidFill>
            <a:miter/>
          </a:ln>
        </p:spPr>
        <p:style>
          <a:lnRef idx="0"/>
          <a:fillRef idx="0"/>
          <a:effectRef idx="0"/>
          <a:fontRef idx="minor"/>
        </p:style>
        <p:txBody>
          <a:bodyPr lIns="83880" rIns="83880" tIns="41760" bIns="41760" anchor="ctr">
            <a:noAutofit/>
          </a:bodyPr>
          <a:p>
            <a:pPr algn="ctr" defTabSz="4022640">
              <a:lnSpc>
                <a:spcPct val="100000"/>
              </a:lnSpc>
            </a:pPr>
            <a:r>
              <a:rPr b="1" lang="en-US" sz="2000" strike="noStrike" u="none">
                <a:solidFill>
                  <a:schemeClr val="dk1"/>
                </a:solidFill>
                <a:effectLst/>
                <a:uFillTx/>
                <a:latin typeface="Calibri"/>
              </a:rPr>
              <a:t>REPLACE THIS BOX WITH YOUR ORGANIZATION’S</a:t>
            </a:r>
            <a:endParaRPr b="0" lang="en-US" sz="2000" strike="noStrike" u="none">
              <a:solidFill>
                <a:srgbClr val="000000"/>
              </a:solidFill>
              <a:effectLst/>
              <a:uFillTx/>
              <a:latin typeface="Arial"/>
            </a:endParaRPr>
          </a:p>
          <a:p>
            <a:pPr algn="ctr" defTabSz="4022640">
              <a:lnSpc>
                <a:spcPct val="100000"/>
              </a:lnSpc>
            </a:pPr>
            <a:r>
              <a:rPr b="1" lang="en-US" sz="2000" strike="noStrike" u="none">
                <a:solidFill>
                  <a:schemeClr val="dk1"/>
                </a:solidFill>
                <a:effectLst/>
                <a:uFillTx/>
                <a:latin typeface="Calibri"/>
              </a:rPr>
              <a:t>HIGH RESOLUTION LOGO</a:t>
            </a:r>
            <a:endParaRPr b="0" lang="en-US" sz="2000" strike="noStrike" u="none">
              <a:solidFill>
                <a:srgbClr val="000000"/>
              </a:solidFill>
              <a:effectLst/>
              <a:uFillTx/>
              <a:latin typeface="Arial"/>
            </a:endParaRPr>
          </a:p>
        </p:txBody>
      </p:sp>
      <p:sp>
        <p:nvSpPr>
          <p:cNvPr id="79" name="Rectangle 265"/>
          <p:cNvSpPr/>
          <p:nvPr/>
        </p:nvSpPr>
        <p:spPr>
          <a:xfrm>
            <a:off x="29077920" y="1554480"/>
            <a:ext cx="2923560" cy="2194200"/>
          </a:xfrm>
          <a:prstGeom prst="rect">
            <a:avLst/>
          </a:prstGeom>
          <a:blipFill rotWithShape="0">
            <a:blip r:embed="rId5"/>
            <a:srcRect/>
            <a:stretch/>
          </a:blipFill>
          <a:ln w="9360">
            <a:solidFill>
              <a:srgbClr val="000000"/>
            </a:solidFill>
            <a:miter/>
          </a:ln>
        </p:spPr>
        <p:style>
          <a:lnRef idx="0"/>
          <a:fillRef idx="0"/>
          <a:effectRef idx="0"/>
          <a:fontRef idx="minor"/>
        </p:style>
        <p:txBody>
          <a:bodyPr lIns="83880" rIns="83880" tIns="41760" bIns="41760" anchor="ctr">
            <a:noAutofit/>
          </a:bodyPr>
          <a:p>
            <a:pPr algn="ctr" defTabSz="4022640">
              <a:lnSpc>
                <a:spcPct val="100000"/>
              </a:lnSpc>
            </a:pPr>
            <a:r>
              <a:rPr b="1" lang="en-US" sz="2000" strike="noStrike" u="none">
                <a:solidFill>
                  <a:schemeClr val="dk1"/>
                </a:solidFill>
                <a:effectLst/>
                <a:uFillTx/>
                <a:latin typeface="Calibri"/>
              </a:rPr>
              <a:t>REPLACE THIS BOX WITH YOUR ORGANIZATION’S</a:t>
            </a:r>
            <a:endParaRPr b="0" lang="en-US" sz="2000" strike="noStrike" u="none">
              <a:solidFill>
                <a:srgbClr val="000000"/>
              </a:solidFill>
              <a:effectLst/>
              <a:uFillTx/>
              <a:latin typeface="Arial"/>
            </a:endParaRPr>
          </a:p>
          <a:p>
            <a:pPr algn="ctr" defTabSz="4022640">
              <a:lnSpc>
                <a:spcPct val="100000"/>
              </a:lnSpc>
            </a:pPr>
            <a:r>
              <a:rPr b="1" lang="en-US" sz="2000" strike="noStrike" u="none">
                <a:solidFill>
                  <a:schemeClr val="dk1"/>
                </a:solidFill>
                <a:effectLst/>
                <a:uFillTx/>
                <a:latin typeface="Calibri"/>
              </a:rPr>
              <a:t>HIGH RESOLUTION LOGO</a:t>
            </a:r>
            <a:endParaRPr b="0" lang="en-US" sz="2000" strike="noStrike" u="none">
              <a:solidFill>
                <a:srgbClr val="000000"/>
              </a:solidFill>
              <a:effectLst/>
              <a:uFillTx/>
              <a:latin typeface="Arial"/>
            </a:endParaRPr>
          </a:p>
        </p:txBody>
      </p:sp>
      <p:pic>
        <p:nvPicPr>
          <p:cNvPr id="80" name="" descr=""/>
          <p:cNvPicPr/>
          <p:nvPr/>
        </p:nvPicPr>
        <p:blipFill>
          <a:blip r:embed="rId6"/>
          <a:stretch/>
        </p:blipFill>
        <p:spPr>
          <a:xfrm>
            <a:off x="10744200" y="39015000"/>
            <a:ext cx="4571640" cy="4571640"/>
          </a:xfrm>
          <a:prstGeom prst="rect">
            <a:avLst/>
          </a:prstGeom>
          <a:noFill/>
          <a:ln w="0">
            <a:noFill/>
          </a:ln>
        </p:spPr>
      </p:pic>
      <p:sp>
        <p:nvSpPr>
          <p:cNvPr id="81" name="Text Box 1"/>
          <p:cNvSpPr/>
          <p:nvPr/>
        </p:nvSpPr>
        <p:spPr>
          <a:xfrm>
            <a:off x="1829160" y="13409280"/>
            <a:ext cx="14172840" cy="6707520"/>
          </a:xfrm>
          <a:prstGeom prst="rect">
            <a:avLst/>
          </a:prstGeom>
          <a:solidFill>
            <a:schemeClr val="lt1"/>
          </a:solidFill>
          <a:ln w="12600">
            <a:solidFill>
              <a:schemeClr val="accent1">
                <a:lumMod val="75000"/>
              </a:schemeClr>
            </a:solidFill>
            <a:round/>
          </a:ln>
        </p:spPr>
        <p:style>
          <a:lnRef idx="0"/>
          <a:fillRef idx="0"/>
          <a:effectRef idx="0"/>
          <a:fontRef idx="minor"/>
        </p:style>
        <p:txBody>
          <a:bodyPr lIns="182880" rIns="182880" tIns="182880" bIns="182880" anchor="t">
            <a:spAutoFit/>
          </a:bodyPr>
          <a:p>
            <a:pPr defTabSz="3686760">
              <a:lnSpc>
                <a:spcPct val="100000"/>
              </a:lnSpc>
            </a:pPr>
            <a:r>
              <a:rPr b="0" lang="en-US" sz="3200" strike="noStrike" u="none">
                <a:solidFill>
                  <a:schemeClr val="dk1"/>
                </a:solidFill>
                <a:effectLst/>
                <a:uFillTx/>
                <a:latin typeface="Calibri"/>
              </a:rPr>
              <a:t>Richard Ball asked the (rhetorical) question “Is it feasible to include reproducible research methods in undergraduate training?” (Ball 2023), answering that question with “Yes we can!” Exposure to and training in well-structured programming will benefit students working both in academia and the private sector. While this type of training does not turn students into active programmers (without further coursework), they will become </a:t>
            </a:r>
            <a:r>
              <a:rPr b="1" lang="en-US" sz="3200" strike="noStrike" u="none">
                <a:solidFill>
                  <a:schemeClr val="dk1"/>
                </a:solidFill>
                <a:effectLst/>
                <a:uFillTx/>
                <a:latin typeface="Calibri"/>
              </a:rPr>
              <a:t>resourceful in debugging</a:t>
            </a:r>
            <a:r>
              <a:rPr b="0" lang="en-US" sz="3200" strike="noStrike" u="none">
                <a:solidFill>
                  <a:schemeClr val="dk1"/>
                </a:solidFill>
                <a:effectLst/>
                <a:uFillTx/>
                <a:latin typeface="Calibri"/>
              </a:rPr>
              <a:t> (inevitably) imperfect code submitted to journals. They are also taught how to </a:t>
            </a:r>
            <a:r>
              <a:rPr b="1" lang="en-US" sz="3200" strike="noStrike" u="none">
                <a:solidFill>
                  <a:schemeClr val="dk1"/>
                </a:solidFill>
                <a:effectLst/>
                <a:uFillTx/>
                <a:latin typeface="Calibri"/>
              </a:rPr>
              <a:t>communicate</a:t>
            </a:r>
            <a:r>
              <a:rPr b="0" lang="en-US" sz="3200" strike="noStrike" u="none">
                <a:solidFill>
                  <a:schemeClr val="dk1"/>
                </a:solidFill>
                <a:effectLst/>
                <a:uFillTx/>
                <a:latin typeface="Calibri"/>
              </a:rPr>
              <a:t> with other people on technical problems, in an objective and constructive manner. They practice this while preparing reports for authors.  Such skills are useful in academic and private sector settings for both technical and non-technical feedback mechanisms. </a:t>
            </a:r>
            <a:endParaRPr b="0" lang="en-US" sz="3200" strike="noStrike" u="none">
              <a:solidFill>
                <a:srgbClr val="000000"/>
              </a:solidFill>
              <a:effectLst/>
              <a:uFillTx/>
              <a:latin typeface="Arial"/>
            </a:endParaRPr>
          </a:p>
          <a:p>
            <a:pPr defTabSz="3686760">
              <a:lnSpc>
                <a:spcPct val="100000"/>
              </a:lnSpc>
            </a:pPr>
            <a:endParaRPr b="0" lang="en-US" sz="3200" strike="noStrike" u="none">
              <a:solidFill>
                <a:srgbClr val="000000"/>
              </a:solidFill>
              <a:effectLst/>
              <a:uFillTx/>
              <a:latin typeface="Arial"/>
            </a:endParaRPr>
          </a:p>
          <a:p>
            <a:pPr defTabSz="3686760">
              <a:lnSpc>
                <a:spcPct val="100000"/>
              </a:lnSpc>
            </a:pPr>
            <a:endParaRPr b="0" lang="en-US" sz="3200" strike="noStrike" u="none">
              <a:solidFill>
                <a:srgbClr val="000000"/>
              </a:solidFill>
              <a:effectLst/>
              <a:uFillTx/>
              <a:latin typeface="Arial"/>
            </a:endParaRPr>
          </a:p>
        </p:txBody>
      </p:sp>
      <p:pic>
        <p:nvPicPr>
          <p:cNvPr id="82" name="" descr=""/>
          <p:cNvPicPr/>
          <p:nvPr/>
        </p:nvPicPr>
        <p:blipFill>
          <a:blip r:embed="rId7"/>
          <a:stretch/>
        </p:blipFill>
        <p:spPr>
          <a:xfrm>
            <a:off x="16696440" y="12664080"/>
            <a:ext cx="13021560" cy="8138520"/>
          </a:xfrm>
          <a:prstGeom prst="rect">
            <a:avLst/>
          </a:prstGeom>
          <a:noFill/>
          <a:ln w="0">
            <a:noFill/>
          </a:ln>
        </p:spPr>
      </p:pic>
      <p:sp>
        <p:nvSpPr>
          <p:cNvPr id="83" name="Text Box 2"/>
          <p:cNvSpPr/>
          <p:nvPr/>
        </p:nvSpPr>
        <p:spPr>
          <a:xfrm>
            <a:off x="1828800" y="21304080"/>
            <a:ext cx="14172840" cy="5243400"/>
          </a:xfrm>
          <a:prstGeom prst="rect">
            <a:avLst/>
          </a:prstGeom>
          <a:solidFill>
            <a:schemeClr val="lt1"/>
          </a:solidFill>
          <a:ln w="12600">
            <a:solidFill>
              <a:schemeClr val="accent1">
                <a:lumMod val="75000"/>
              </a:schemeClr>
            </a:solidFill>
            <a:round/>
          </a:ln>
        </p:spPr>
        <p:style>
          <a:lnRef idx="0"/>
          <a:fillRef idx="0"/>
          <a:effectRef idx="0"/>
          <a:fontRef idx="minor"/>
        </p:style>
        <p:txBody>
          <a:bodyPr lIns="182880" rIns="182880" tIns="182880" bIns="182880" anchor="t">
            <a:spAutoFit/>
          </a:bodyPr>
          <a:p>
            <a:pPr defTabSz="3686760">
              <a:lnSpc>
                <a:spcPct val="100000"/>
              </a:lnSpc>
            </a:pPr>
            <a:r>
              <a:rPr b="0" lang="en-US" sz="3200" strike="noStrike" u="none">
                <a:solidFill>
                  <a:schemeClr val="dk1"/>
                </a:solidFill>
                <a:effectLst/>
                <a:uFillTx/>
                <a:latin typeface="Calibri"/>
              </a:rPr>
              <a:t>Over the past 8 years, we have trained </a:t>
            </a:r>
            <a:r>
              <a:rPr b="1" lang="en-US" sz="3200" strike="noStrike" u="none">
                <a:solidFill>
                  <a:schemeClr val="dk1"/>
                </a:solidFill>
                <a:effectLst/>
                <a:uFillTx/>
                <a:latin typeface="Calibri"/>
              </a:rPr>
              <a:t>200+ students</a:t>
            </a:r>
            <a:r>
              <a:rPr b="0" lang="en-US" sz="3200" strike="noStrike" u="none">
                <a:solidFill>
                  <a:schemeClr val="dk1"/>
                </a:solidFill>
                <a:effectLst/>
                <a:uFillTx/>
                <a:latin typeface="Calibri"/>
              </a:rPr>
              <a:t>, in 3 training sessions per year, who have subsequently helped produce  </a:t>
            </a:r>
            <a:r>
              <a:rPr b="1" lang="en-US" sz="3200" strike="noStrike" u="none">
                <a:solidFill>
                  <a:schemeClr val="dk1"/>
                </a:solidFill>
                <a:effectLst/>
                <a:uFillTx/>
                <a:latin typeface="Calibri"/>
              </a:rPr>
              <a:t>4,470 reports on 2,791 articles</a:t>
            </a:r>
            <a:r>
              <a:rPr b="0" lang="en-US" sz="3200" strike="noStrike" u="none">
                <a:solidFill>
                  <a:schemeClr val="dk1"/>
                </a:solidFill>
                <a:effectLst/>
                <a:uFillTx/>
                <a:latin typeface="Calibri"/>
              </a:rPr>
              <a:t> (Vilhuber, 2025). </a:t>
            </a:r>
            <a:br>
              <a:rPr sz="3200"/>
            </a:br>
            <a:r>
              <a:rPr b="0" lang="en-US" sz="3200" strike="noStrike" u="none">
                <a:solidFill>
                  <a:schemeClr val="dk1"/>
                </a:solidFill>
                <a:effectLst/>
                <a:uFillTx/>
                <a:latin typeface="Calibri"/>
              </a:rPr>
              <a:t>The majority of undergraduate students were recruited at </a:t>
            </a:r>
            <a:r>
              <a:rPr b="1" lang="en-US" sz="3200" strike="noStrike" u="none">
                <a:solidFill>
                  <a:schemeClr val="dk1"/>
                </a:solidFill>
                <a:effectLst/>
                <a:uFillTx/>
                <a:latin typeface="Calibri"/>
              </a:rPr>
              <a:t>Cornell University</a:t>
            </a:r>
            <a:r>
              <a:rPr b="0" lang="en-US" sz="3200" strike="noStrike" u="none">
                <a:solidFill>
                  <a:schemeClr val="dk1"/>
                </a:solidFill>
                <a:effectLst/>
                <a:uFillTx/>
                <a:latin typeface="Calibri"/>
              </a:rPr>
              <a:t>, from across STEM and social science fields, mostly sophomores and juniors.  We have expanded the search beyond Cornell in the past three summers, running an internship program with 20 non-Cornell students from various universities and colleges (</a:t>
            </a:r>
            <a:r>
              <a:rPr b="1" lang="en-US" sz="3200" strike="noStrike" u="none">
                <a:solidFill>
                  <a:schemeClr val="dk1"/>
                </a:solidFill>
                <a:effectLst/>
                <a:uFillTx/>
                <a:latin typeface="Calibri"/>
              </a:rPr>
              <a:t>Haverford, Bryn Mawr, Wellesley, Notre Dame, U Colorado Boulder</a:t>
            </a:r>
            <a:r>
              <a:rPr b="0" lang="en-US" sz="3200" strike="noStrike" u="none">
                <a:solidFill>
                  <a:schemeClr val="dk1"/>
                </a:solidFill>
                <a:effectLst/>
                <a:uFillTx/>
                <a:latin typeface="Calibri"/>
              </a:rPr>
              <a:t>). Through this process, we have identified the necessary pre-requisites and technical tooling to conduct reproducibility verification with students. </a:t>
            </a:r>
            <a:endParaRPr b="0" lang="en-US" sz="3200" strike="noStrike" u="none">
              <a:solidFill>
                <a:srgbClr val="000000"/>
              </a:solidFill>
              <a:effectLst/>
              <a:uFillTx/>
              <a:latin typeface="Arial"/>
            </a:endParaRPr>
          </a:p>
        </p:txBody>
      </p:sp>
      <p:sp>
        <p:nvSpPr>
          <p:cNvPr id="84" name="Rectangle 1"/>
          <p:cNvSpPr/>
          <p:nvPr/>
        </p:nvSpPr>
        <p:spPr>
          <a:xfrm>
            <a:off x="1828800" y="20343960"/>
            <a:ext cx="14172840" cy="1005120"/>
          </a:xfrm>
          <a:prstGeom prst="rect">
            <a:avLst/>
          </a:prstGeom>
          <a:solidFill>
            <a:schemeClr val="accent1">
              <a:lumMod val="75000"/>
            </a:schemeClr>
          </a:solidFill>
          <a:ln w="12600">
            <a:solidFill>
              <a:schemeClr val="accent1"/>
            </a:solidFill>
            <a:miter/>
          </a:ln>
        </p:spPr>
        <p:style>
          <a:lnRef idx="0"/>
          <a:fillRef idx="0"/>
          <a:effectRef idx="0"/>
          <a:fontRef idx="minor"/>
        </p:style>
        <p:txBody>
          <a:bodyPr lIns="90000" rIns="90000" tIns="45000" bIns="45000" anchor="ctr">
            <a:spAutoFit/>
          </a:bodyPr>
          <a:p>
            <a:pPr algn="ctr" defTabSz="3686760">
              <a:lnSpc>
                <a:spcPct val="100000"/>
              </a:lnSpc>
            </a:pPr>
            <a:r>
              <a:rPr b="1" lang="en-US" sz="6000" strike="noStrike" u="none">
                <a:solidFill>
                  <a:schemeClr val="accent3">
                    <a:lumMod val="20000"/>
                    <a:lumOff val="80000"/>
                  </a:schemeClr>
                </a:solidFill>
                <a:effectLst/>
                <a:uFillTx/>
                <a:latin typeface="Calibri"/>
              </a:rPr>
              <a:t>Background</a:t>
            </a:r>
            <a:endParaRPr b="0" lang="en-US" sz="6000" strike="noStrike" u="none">
              <a:solidFill>
                <a:srgbClr val="ffffff"/>
              </a:solidFill>
              <a:effectLst/>
              <a:uFillTx/>
              <a:latin typeface="Arial"/>
            </a:endParaRPr>
          </a:p>
        </p:txBody>
      </p:sp>
      <p:sp>
        <p:nvSpPr>
          <p:cNvPr id="85" name="Text Box 3"/>
          <p:cNvSpPr/>
          <p:nvPr/>
        </p:nvSpPr>
        <p:spPr>
          <a:xfrm>
            <a:off x="16916400" y="28194120"/>
            <a:ext cx="4572000" cy="4755600"/>
          </a:xfrm>
          <a:prstGeom prst="rect">
            <a:avLst/>
          </a:prstGeom>
          <a:solidFill>
            <a:schemeClr val="lt1"/>
          </a:solidFill>
          <a:ln w="12600">
            <a:solidFill>
              <a:schemeClr val="accent1">
                <a:lumMod val="75000"/>
              </a:schemeClr>
            </a:solidFill>
            <a:round/>
          </a:ln>
        </p:spPr>
        <p:style>
          <a:lnRef idx="0"/>
          <a:fillRef idx="0"/>
          <a:effectRef idx="0"/>
          <a:fontRef idx="minor"/>
        </p:style>
        <p:txBody>
          <a:bodyPr lIns="182880" rIns="182880" tIns="182880" bIns="182880" anchor="t">
            <a:spAutoFit/>
          </a:bodyPr>
          <a:p>
            <a:pPr defTabSz="3686760">
              <a:lnSpc>
                <a:spcPct val="100000"/>
              </a:lnSpc>
            </a:pPr>
            <a:r>
              <a:rPr b="1" lang="en-US" sz="3200" strike="noStrike" u="none">
                <a:solidFill>
                  <a:schemeClr val="dk1"/>
                </a:solidFill>
                <a:effectLst/>
                <a:uFillTx/>
                <a:latin typeface="Calibri"/>
              </a:rPr>
              <a:t>2020 sociology graduate working for a nonprofit research organization:</a:t>
            </a:r>
            <a:endParaRPr b="0" lang="en-US" sz="3200" strike="noStrike" u="none">
              <a:solidFill>
                <a:srgbClr val="000000"/>
              </a:solidFill>
              <a:effectLst/>
              <a:uFillTx/>
              <a:latin typeface="Arial"/>
            </a:endParaRPr>
          </a:p>
          <a:p>
            <a:pPr defTabSz="3686760">
              <a:lnSpc>
                <a:spcPct val="100000"/>
              </a:lnSpc>
            </a:pPr>
            <a:r>
              <a:rPr b="0" lang="en-US" sz="3200" strike="noStrike" u="none">
                <a:solidFill>
                  <a:schemeClr val="dk1"/>
                </a:solidFill>
                <a:effectLst/>
                <a:uFillTx/>
                <a:latin typeface="Calibri"/>
              </a:rPr>
              <a:t>“[I received] overwhelmingly positive feedback on my documentation method in code reviews.”</a:t>
            </a:r>
            <a:endParaRPr b="0" lang="en-US" sz="3200" strike="noStrike" u="none">
              <a:solidFill>
                <a:srgbClr val="000000"/>
              </a:solidFill>
              <a:effectLst/>
              <a:uFillTx/>
              <a:latin typeface="Arial"/>
            </a:endParaRPr>
          </a:p>
          <a:p>
            <a:pPr defTabSz="3686760">
              <a:lnSpc>
                <a:spcPct val="100000"/>
              </a:lnSpc>
            </a:pPr>
            <a:endParaRPr b="0" lang="en-US" sz="3200" strike="noStrike" u="none">
              <a:solidFill>
                <a:srgbClr val="000000"/>
              </a:solidFill>
              <a:effectLst/>
              <a:uFillTx/>
              <a:latin typeface="Arial"/>
            </a:endParaRPr>
          </a:p>
        </p:txBody>
      </p:sp>
      <p:sp>
        <p:nvSpPr>
          <p:cNvPr id="86" name="Rectangle 2"/>
          <p:cNvSpPr/>
          <p:nvPr/>
        </p:nvSpPr>
        <p:spPr>
          <a:xfrm>
            <a:off x="16916400" y="26974800"/>
            <a:ext cx="14172840" cy="914040"/>
          </a:xfrm>
          <a:prstGeom prst="rect">
            <a:avLst/>
          </a:prstGeom>
          <a:solidFill>
            <a:schemeClr val="accent1">
              <a:lumMod val="75000"/>
            </a:schemeClr>
          </a:solidFill>
          <a:ln w="12600">
            <a:solidFill>
              <a:schemeClr val="accent1"/>
            </a:solidFill>
            <a:miter/>
          </a:ln>
        </p:spPr>
        <p:style>
          <a:lnRef idx="0"/>
          <a:fillRef idx="0"/>
          <a:effectRef idx="0"/>
          <a:fontRef idx="minor"/>
        </p:style>
        <p:txBody>
          <a:bodyPr lIns="90000" rIns="90000" tIns="45000" bIns="45000" anchor="ctr">
            <a:noAutofit/>
          </a:bodyPr>
          <a:p>
            <a:pPr algn="ctr" defTabSz="3686760">
              <a:lnSpc>
                <a:spcPct val="100000"/>
              </a:lnSpc>
            </a:pPr>
            <a:r>
              <a:rPr b="1" lang="en-US" sz="6000" strike="noStrike" u="none">
                <a:solidFill>
                  <a:schemeClr val="accent3">
                    <a:lumMod val="20000"/>
                    <a:lumOff val="80000"/>
                  </a:schemeClr>
                </a:solidFill>
                <a:effectLst/>
                <a:uFillTx/>
                <a:latin typeface="Calibri"/>
              </a:rPr>
              <a:t>Some outcomes</a:t>
            </a:r>
            <a:endParaRPr b="0" lang="en-US" sz="6000" strike="noStrike" u="none">
              <a:solidFill>
                <a:srgbClr val="ffffff"/>
              </a:solidFill>
              <a:effectLst/>
              <a:uFillTx/>
              <a:latin typeface="Arial"/>
            </a:endParaRPr>
          </a:p>
        </p:txBody>
      </p:sp>
      <p:sp>
        <p:nvSpPr>
          <p:cNvPr id="87" name="Text Box 4"/>
          <p:cNvSpPr/>
          <p:nvPr/>
        </p:nvSpPr>
        <p:spPr>
          <a:xfrm>
            <a:off x="21488400" y="28194120"/>
            <a:ext cx="4800600" cy="4756320"/>
          </a:xfrm>
          <a:prstGeom prst="rect">
            <a:avLst/>
          </a:prstGeom>
          <a:solidFill>
            <a:schemeClr val="lt1"/>
          </a:solidFill>
          <a:ln w="12600">
            <a:solidFill>
              <a:schemeClr val="accent1">
                <a:lumMod val="75000"/>
              </a:schemeClr>
            </a:solidFill>
            <a:round/>
          </a:ln>
        </p:spPr>
        <p:style>
          <a:lnRef idx="0"/>
          <a:fillRef idx="0"/>
          <a:effectRef idx="0"/>
          <a:fontRef idx="minor"/>
        </p:style>
        <p:txBody>
          <a:bodyPr lIns="182880" rIns="182880" tIns="182880" bIns="182880" anchor="t">
            <a:spAutoFit/>
          </a:bodyPr>
          <a:p>
            <a:pPr defTabSz="3686760">
              <a:lnSpc>
                <a:spcPct val="100000"/>
              </a:lnSpc>
            </a:pPr>
            <a:r>
              <a:rPr b="1" lang="en-US" sz="3200" strike="noStrike" u="none">
                <a:solidFill>
                  <a:schemeClr val="dk1"/>
                </a:solidFill>
                <a:effectLst/>
                <a:uFillTx/>
                <a:latin typeface="Calibri"/>
              </a:rPr>
              <a:t>2021 Economics graduate,  pursuing a Ph.D. in Political Economics</a:t>
            </a:r>
            <a:endParaRPr b="0" lang="en-US" sz="3200" strike="noStrike" u="none">
              <a:solidFill>
                <a:srgbClr val="000000"/>
              </a:solidFill>
              <a:effectLst/>
              <a:uFillTx/>
              <a:latin typeface="Arial"/>
            </a:endParaRPr>
          </a:p>
          <a:p>
            <a:pPr defTabSz="3686760">
              <a:lnSpc>
                <a:spcPct val="100000"/>
              </a:lnSpc>
            </a:pPr>
            <a:r>
              <a:rPr b="0" lang="en-US" sz="3200" strike="noStrike" u="none">
                <a:solidFill>
                  <a:schemeClr val="dk1"/>
                </a:solidFill>
                <a:effectLst/>
                <a:uFillTx/>
                <a:latin typeface="Calibri"/>
              </a:rPr>
              <a:t>    “… I feel like [LDI Replicator position] was the single most important thing … to prepare myself to succeed in [predoctoral fellowship]….”</a:t>
            </a:r>
            <a:endParaRPr b="0" lang="en-US" sz="3200" strike="noStrike" u="none">
              <a:solidFill>
                <a:srgbClr val="000000"/>
              </a:solidFill>
              <a:effectLst/>
              <a:uFillTx/>
              <a:latin typeface="Arial"/>
            </a:endParaRPr>
          </a:p>
        </p:txBody>
      </p:sp>
      <p:sp>
        <p:nvSpPr>
          <p:cNvPr id="88" name="Text Box 5"/>
          <p:cNvSpPr/>
          <p:nvPr/>
        </p:nvSpPr>
        <p:spPr>
          <a:xfrm>
            <a:off x="26289000" y="28194120"/>
            <a:ext cx="4800600" cy="4756320"/>
          </a:xfrm>
          <a:prstGeom prst="rect">
            <a:avLst/>
          </a:prstGeom>
          <a:solidFill>
            <a:schemeClr val="lt1"/>
          </a:solidFill>
          <a:ln w="12600">
            <a:solidFill>
              <a:schemeClr val="accent1">
                <a:lumMod val="75000"/>
              </a:schemeClr>
            </a:solidFill>
            <a:round/>
          </a:ln>
        </p:spPr>
        <p:style>
          <a:lnRef idx="0"/>
          <a:fillRef idx="0"/>
          <a:effectRef idx="0"/>
          <a:fontRef idx="minor"/>
        </p:style>
        <p:txBody>
          <a:bodyPr lIns="182880" rIns="182880" tIns="182880" bIns="182880" anchor="t">
            <a:spAutoFit/>
          </a:bodyPr>
          <a:p>
            <a:pPr defTabSz="3686760">
              <a:lnSpc>
                <a:spcPct val="100000"/>
              </a:lnSpc>
            </a:pPr>
            <a:r>
              <a:rPr b="1" lang="en-US" sz="3200" strike="noStrike" u="none">
                <a:solidFill>
                  <a:schemeClr val="dk1"/>
                </a:solidFill>
                <a:effectLst/>
                <a:uFillTx/>
                <a:latin typeface="Calibri"/>
              </a:rPr>
              <a:t>2024 Economics intern</a:t>
            </a:r>
            <a:endParaRPr b="0" lang="en-US" sz="3200" strike="noStrike" u="none">
              <a:solidFill>
                <a:srgbClr val="000000"/>
              </a:solidFill>
              <a:effectLst/>
              <a:uFillTx/>
              <a:latin typeface="Arial"/>
            </a:endParaRPr>
          </a:p>
          <a:p>
            <a:pPr defTabSz="3686760">
              <a:lnSpc>
                <a:spcPct val="100000"/>
              </a:lnSpc>
            </a:pPr>
            <a:endParaRPr b="0" lang="en-US" sz="3200" strike="noStrike" u="none">
              <a:solidFill>
                <a:srgbClr val="000000"/>
              </a:solidFill>
              <a:effectLst/>
              <a:uFillTx/>
              <a:latin typeface="Arial"/>
            </a:endParaRPr>
          </a:p>
          <a:p>
            <a:pPr defTabSz="3686760">
              <a:lnSpc>
                <a:spcPct val="100000"/>
              </a:lnSpc>
            </a:pPr>
            <a:r>
              <a:rPr b="0" lang="en-US" sz="3200" strike="noStrike" u="none">
                <a:solidFill>
                  <a:schemeClr val="dk1"/>
                </a:solidFill>
                <a:effectLst/>
                <a:uFillTx/>
                <a:latin typeface="Calibri"/>
              </a:rPr>
              <a:t>    “For every issue I did solve, there was a gratify-ing moment, knowing I’ve explored something new and that the authors would read and heed my documented solution.”</a:t>
            </a:r>
            <a:endParaRPr b="0" lang="en-US" sz="32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4.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5.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6.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7.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8.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9.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10.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11.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Office Theme</Template>
  <TotalTime>19</TotalTime>
  <Application>LibreOffice/25.2.5.2$Linux_X86_64 LibreOffice_project/520$Build-2</Application>
  <AppVersion>15.0000</AppVersion>
  <Company>Hewlett-Packard Company</Company>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2016-06-27T20:00:38Z</dcterms:created>
  <dc:creator>Susan B. Houston</dc:creator>
  <dc:description/>
  <dc:language>en-US</dc:language>
  <cp:lastModifiedBy>Lars Vilhuber</cp:lastModifiedBy>
  <dcterms:modified xsi:type="dcterms:W3CDTF">2025-12-07T12:37:13Z</dcterms:modified>
  <cp:revision>4</cp:revision>
  <dc:subject/>
  <dc:title>PowerPoint Presentation</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PresentationFormat">
    <vt:lpwstr>Custom</vt:lpwstr>
  </property>
  <property fmtid="{D5CDD505-2E9C-101B-9397-08002B2CF9AE}" pid="3" name="Slides">
    <vt:r8>1</vt:r8>
  </property>
</Properties>
</file>