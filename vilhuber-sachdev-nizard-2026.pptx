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1.xml.rels" ContentType="application/vnd.openxmlformats-package.relationships+xml"/>
  <Override PartName="/ppt/slideMasters/_rels/slideMaster5.xml.rels" ContentType="application/vnd.openxmlformats-package.relationships+xml"/>
  <Override PartName="/ppt/slideMasters/_rels/slideMaster10.xml.rels" ContentType="application/vnd.openxmlformats-package.relationships+xml"/>
  <Override PartName="/ppt/slideMasters/_rels/slideMaster4.xml.rels" ContentType="application/vnd.openxmlformats-package.relationships+xml"/>
  <Override PartName="/ppt/slideMasters/_rels/slideMaster9.xml.rels" ContentType="application/vnd.openxmlformats-package.relationships+xml"/>
  <Override PartName="/ppt/slideMasters/_rels/slideMaster8.xml.rels" ContentType="application/vnd.openxmlformats-package.relationships+xml"/>
  <Override PartName="/ppt/slideMasters/_rels/slideMaster7.xml.rels" ContentType="application/vnd.openxmlformats-package.relationships+xml"/>
  <Override PartName="/ppt/slideMasters/_rels/slideMaster6.xml.rels" ContentType="application/vnd.openxmlformats-package.relationships+xml"/>
  <Override PartName="/ppt/slideMasters/_rels/slideMaster3.xml.rels" ContentType="application/vnd.openxmlformats-package.relationships+xml"/>
  <Override PartName="/ppt/slideMasters/_rels/slideMaster2.xml.rels" ContentType="application/vnd.openxmlformats-package.relationships+xml"/>
  <Override PartName="/ppt/slideMasters/_rels/slideMaster1.xml.rels" ContentType="application/vnd.openxmlformats-package.relationship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theme/theme1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theme/theme10.xml" ContentType="application/vnd.openxmlformats-officedocument.theme+xml"/>
  <Override PartName="/ppt/slideLayouts/_rels/slideLayout1.xml.rels" ContentType="application/vnd.openxmlformats-package.relationships+xml"/>
  <Override PartName="/ppt/slideLayouts/slideLayout1.xml" ContentType="application/vnd.openxmlformats-officedocument.presentationml.slideLayout+xml"/>
  <Override PartName="/ppt/slides/_rels/slide1.xml.rels" ContentType="application/vnd.openxmlformats-package.relationships+xml"/>
  <Override PartName="/ppt/slides/slide1.xml" ContentType="application/vnd.openxmlformats-officedocument.presentationml.slide+xml"/>
  <Override PartName="/ppt/charts/chart1.xml" ContentType="application/vnd.openxmlformats-officedocument.drawingml.chart+xml"/>
  <Override PartName="/ppt/_rels/presentation.xml.rels" ContentType="application/vnd.openxmlformats-package.relationships+xml"/>
  <Override PartName="/ppt/media/image1.png" ContentType="image/png"/>
  <Override PartName="/ppt/media/image2.jpeg" ContentType="image/jpeg"/>
  <Override PartName="/ppt/media/image3.jpeg" ContentType="image/jpeg"/>
  <Override PartName="/ppt/media/image4.jpeg" ContentType="image/jpeg"/>
  <Override PartName="/ppt/media/image5.png" ContentType="image/png"/>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1" r:id="rId4"/>
    <p:sldMasterId id="2147483652" r:id="rId5"/>
    <p:sldMasterId id="2147483653" r:id="rId6"/>
    <p:sldMasterId id="2147483654" r:id="rId7"/>
    <p:sldMasterId id="2147483655" r:id="rId8"/>
    <p:sldMasterId id="2147483656" r:id="rId9"/>
    <p:sldMasterId id="2147483657" r:id="rId10"/>
    <p:sldMasterId id="2147483658" r:id="rId11"/>
    <p:sldMasterId id="2147483659" r:id="rId12"/>
  </p:sldMasterIdLst>
  <p:sldIdLst>
    <p:sldId id="256" r:id="rId13"/>
  </p:sldIdLst>
  <p:sldSz cx="32918400" cy="43891200"/>
  <p:notesSz cx="7772400" cy="100584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slideMaster" Target="slideMasters/slideMaster7.xml"/><Relationship Id="rId9" Type="http://schemas.openxmlformats.org/officeDocument/2006/relationships/slideMaster" Target="slideMasters/slideMaster8.xml"/><Relationship Id="rId10" Type="http://schemas.openxmlformats.org/officeDocument/2006/relationships/slideMaster" Target="slideMasters/slideMaster9.xml"/><Relationship Id="rId11" Type="http://schemas.openxmlformats.org/officeDocument/2006/relationships/slideMaster" Target="slideMasters/slideMaster10.xml"/><Relationship Id="rId12" Type="http://schemas.openxmlformats.org/officeDocument/2006/relationships/slideMaster" Target="slideMasters/slideMaster11.xml"/><Relationship Id="rId13" Type="http://schemas.openxmlformats.org/officeDocument/2006/relationships/slide" Target="slides/slide1.xml"/><Relationship Id="rId14" Type="http://schemas.openxmlformats.org/officeDocument/2006/relationships/presProps" Target="presProps.xml"/>
</Relationships>
</file>

<file path=ppt/charts/chart1.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barChart>
        <c:barDir val="col"/>
        <c:grouping val="clustered"/>
        <c:varyColors val="0"/>
        <c:ser>
          <c:idx val="0"/>
          <c:order val="0"/>
          <c:tx>
            <c:strRef>
              <c:f>label 0</c:f>
              <c:strCache>
                <c:ptCount val="1"/>
                <c:pt idx="0">
                  <c:v>Series 1</c:v>
                </c:pt>
              </c:strCache>
            </c:strRef>
          </c:tx>
          <c:spPr>
            <a:solidFill>
              <a:srgbClr val="4b80b0"/>
            </a:solidFill>
            <a:ln w="0">
              <a:noFill/>
            </a:ln>
          </c:spPr>
          <c:invertIfNegative val="0"/>
          <c:dLbls>
            <c:txPr>
              <a:bodyPr wrap="square"/>
              <a:lstStyle/>
              <a:p>
                <a:pPr>
                  <a:defRPr b="0" sz="1800" strike="noStrike" u="none">
                    <a:solidFill>
                      <a:srgbClr val="000000"/>
                    </a:solidFill>
                    <a:uFillTx/>
                    <a:latin typeface="Calibri"/>
                  </a:defRPr>
                </a:pPr>
              </a:p>
            </c:txPr>
            <c:dLblPos val="outEnd"/>
            <c:showLegendKey val="0"/>
            <c:showVal val="0"/>
            <c:showCatName val="0"/>
            <c:showSerName val="0"/>
            <c:showPercent val="0"/>
            <c:separator>; </c:separator>
            <c:showLeaderLines val="1"/>
            <c:leaderLines>
              <c:spPr>
                <a:ln w="0">
                  <a:solidFill>
                    <a:srgbClr val="000000"/>
                  </a:solidFill>
                </a:ln>
              </c:spPr>
            </c:leaderLines>
            <c:extLst>
              <c:ext xmlns:c15="http://schemas.microsoft.com/office/drawing/2012/chart" uri="{CE6537A1-D6FC-4f65-9D91-7224C49458BB}">
                <c15:showLeaderLines val="1"/>
              </c:ext>
            </c:extLst>
          </c:dLbls>
          <c:cat>
            <c:strRef>
              <c:f>categories</c:f>
              <c:strCache>
                <c:ptCount val="4"/>
                <c:pt idx="0">
                  <c:v>Category 1</c:v>
                </c:pt>
                <c:pt idx="1">
                  <c:v>Category 2</c:v>
                </c:pt>
                <c:pt idx="2">
                  <c:v>Category 3</c:v>
                </c:pt>
                <c:pt idx="3">
                  <c:v>Category 4</c:v>
                </c:pt>
              </c:strCache>
            </c:strRef>
          </c:cat>
          <c:val>
            <c:numRef>
              <c:f>0</c:f>
              <c:numCache>
                <c:formatCode>General</c:formatCode>
                <c:ptCount val="4"/>
                <c:pt idx="0">
                  <c:v>4.3</c:v>
                </c:pt>
                <c:pt idx="1">
                  <c:v>2.5</c:v>
                </c:pt>
                <c:pt idx="2">
                  <c:v>3.5</c:v>
                </c:pt>
                <c:pt idx="3">
                  <c:v>4.5</c:v>
                </c:pt>
              </c:numCache>
            </c:numRef>
          </c:val>
        </c:ser>
        <c:ser>
          <c:idx val="1"/>
          <c:order val="1"/>
          <c:tx>
            <c:strRef>
              <c:f>label 1</c:f>
              <c:strCache>
                <c:ptCount val="1"/>
                <c:pt idx="0">
                  <c:v>Series 2</c:v>
                </c:pt>
              </c:strCache>
            </c:strRef>
          </c:tx>
          <c:spPr>
            <a:solidFill>
              <a:srgbClr val="5b9bd5"/>
            </a:solidFill>
            <a:ln w="0">
              <a:noFill/>
            </a:ln>
          </c:spPr>
          <c:invertIfNegative val="0"/>
          <c:dLbls>
            <c:txPr>
              <a:bodyPr wrap="square"/>
              <a:lstStyle/>
              <a:p>
                <a:pPr>
                  <a:defRPr b="0" sz="1800" strike="noStrike" u="none">
                    <a:solidFill>
                      <a:srgbClr val="000000"/>
                    </a:solidFill>
                    <a:uFillTx/>
                    <a:latin typeface="Calibri"/>
                  </a:defRPr>
                </a:pPr>
              </a:p>
            </c:txPr>
            <c:dLblPos val="outEnd"/>
            <c:showLegendKey val="0"/>
            <c:showVal val="0"/>
            <c:showCatName val="0"/>
            <c:showSerName val="0"/>
            <c:showPercent val="0"/>
            <c:separator>; </c:separator>
            <c:showLeaderLines val="1"/>
            <c:leaderLines>
              <c:spPr>
                <a:ln w="0">
                  <a:solidFill>
                    <a:srgbClr val="000000"/>
                  </a:solidFill>
                </a:ln>
              </c:spPr>
            </c:leaderLines>
            <c:extLst>
              <c:ext xmlns:c15="http://schemas.microsoft.com/office/drawing/2012/chart" uri="{CE6537A1-D6FC-4f65-9D91-7224C49458BB}">
                <c15:showLeaderLines val="1"/>
              </c:ext>
            </c:extLst>
          </c:dLbls>
          <c:cat>
            <c:strRef>
              <c:f>categories</c:f>
              <c:strCache>
                <c:ptCount val="4"/>
                <c:pt idx="0">
                  <c:v>Category 1</c:v>
                </c:pt>
                <c:pt idx="1">
                  <c:v>Category 2</c:v>
                </c:pt>
                <c:pt idx="2">
                  <c:v>Category 3</c:v>
                </c:pt>
                <c:pt idx="3">
                  <c:v>Category 4</c:v>
                </c:pt>
              </c:strCache>
            </c:strRef>
          </c:cat>
          <c:val>
            <c:numRef>
              <c:f>1</c:f>
              <c:numCache>
                <c:formatCode>General</c:formatCode>
                <c:ptCount val="4"/>
                <c:pt idx="0">
                  <c:v>2.4</c:v>
                </c:pt>
                <c:pt idx="1">
                  <c:v>4.4</c:v>
                </c:pt>
                <c:pt idx="2">
                  <c:v>1.8</c:v>
                </c:pt>
                <c:pt idx="3">
                  <c:v>2.8</c:v>
                </c:pt>
              </c:numCache>
            </c:numRef>
          </c:val>
        </c:ser>
        <c:ser>
          <c:idx val="2"/>
          <c:order val="2"/>
          <c:tx>
            <c:strRef>
              <c:f>label 2</c:f>
              <c:strCache>
                <c:ptCount val="1"/>
                <c:pt idx="0">
                  <c:v>Series 3</c:v>
                </c:pt>
              </c:strCache>
            </c:strRef>
          </c:tx>
          <c:spPr>
            <a:solidFill>
              <a:srgbClr val="adc5e4"/>
            </a:solidFill>
            <a:ln w="0">
              <a:noFill/>
            </a:ln>
          </c:spPr>
          <c:invertIfNegative val="0"/>
          <c:dLbls>
            <c:txPr>
              <a:bodyPr wrap="square"/>
              <a:lstStyle/>
              <a:p>
                <a:pPr>
                  <a:defRPr b="0" sz="1800" strike="noStrike" u="none">
                    <a:solidFill>
                      <a:srgbClr val="000000"/>
                    </a:solidFill>
                    <a:uFillTx/>
                    <a:latin typeface="Calibri"/>
                  </a:defRPr>
                </a:pPr>
              </a:p>
            </c:txPr>
            <c:dLblPos val="outEnd"/>
            <c:showLegendKey val="0"/>
            <c:showVal val="0"/>
            <c:showCatName val="0"/>
            <c:showSerName val="0"/>
            <c:showPercent val="0"/>
            <c:separator>; </c:separator>
            <c:showLeaderLines val="1"/>
            <c:leaderLines>
              <c:spPr>
                <a:ln w="0">
                  <a:solidFill>
                    <a:srgbClr val="000000"/>
                  </a:solidFill>
                </a:ln>
              </c:spPr>
            </c:leaderLines>
            <c:extLst>
              <c:ext xmlns:c15="http://schemas.microsoft.com/office/drawing/2012/chart" uri="{CE6537A1-D6FC-4f65-9D91-7224C49458BB}">
                <c15:showLeaderLines val="1"/>
              </c:ext>
            </c:extLst>
          </c:dLbls>
          <c:cat>
            <c:strRef>
              <c:f>categories</c:f>
              <c:strCache>
                <c:ptCount val="4"/>
                <c:pt idx="0">
                  <c:v>Category 1</c:v>
                </c:pt>
                <c:pt idx="1">
                  <c:v>Category 2</c:v>
                </c:pt>
                <c:pt idx="2">
                  <c:v>Category 3</c:v>
                </c:pt>
                <c:pt idx="3">
                  <c:v>Category 4</c:v>
                </c:pt>
              </c:strCache>
            </c:strRef>
          </c:cat>
          <c:val>
            <c:numRef>
              <c:f>2</c:f>
              <c:numCache>
                <c:formatCode>General</c:formatCode>
                <c:ptCount val="4"/>
                <c:pt idx="0">
                  <c:v>2</c:v>
                </c:pt>
                <c:pt idx="1">
                  <c:v>2</c:v>
                </c:pt>
                <c:pt idx="2">
                  <c:v>3</c:v>
                </c:pt>
                <c:pt idx="3">
                  <c:v>3.4</c:v>
                </c:pt>
              </c:numCache>
            </c:numRef>
          </c:val>
        </c:ser>
        <c:gapWidth val="150"/>
        <c:overlap val="0"/>
        <c:axId val="8316665"/>
        <c:axId val="243755"/>
      </c:barChart>
      <c:catAx>
        <c:axId val="8316665"/>
        <c:scaling>
          <c:orientation val="minMax"/>
        </c:scaling>
        <c:delete val="0"/>
        <c:axPos val="b"/>
        <c:numFmt formatCode="General" sourceLinked="0"/>
        <c:majorTickMark val="out"/>
        <c:minorTickMark val="none"/>
        <c:tickLblPos val="nextTo"/>
        <c:spPr>
          <a:ln w="6480">
            <a:solidFill>
              <a:srgbClr val="8b8b8b"/>
            </a:solidFill>
            <a:round/>
          </a:ln>
        </c:spPr>
        <c:txPr>
          <a:bodyPr/>
          <a:lstStyle/>
          <a:p>
            <a:pPr>
              <a:defRPr b="0" sz="1800" strike="noStrike" u="none">
                <a:solidFill>
                  <a:srgbClr val="000000"/>
                </a:solidFill>
                <a:uFillTx/>
                <a:latin typeface="Calibri"/>
              </a:defRPr>
            </a:pPr>
          </a:p>
        </c:txPr>
        <c:crossAx val="243755"/>
        <c:crosses val="autoZero"/>
        <c:auto val="1"/>
        <c:lblAlgn val="ctr"/>
        <c:lblOffset val="100"/>
        <c:noMultiLvlLbl val="0"/>
      </c:catAx>
      <c:valAx>
        <c:axId val="243755"/>
        <c:scaling>
          <c:orientation val="minMax"/>
        </c:scaling>
        <c:delete val="0"/>
        <c:axPos val="l"/>
        <c:majorGridlines>
          <c:spPr>
            <a:ln w="6480">
              <a:solidFill>
                <a:srgbClr val="8b8b8b"/>
              </a:solidFill>
              <a:round/>
            </a:ln>
          </c:spPr>
        </c:majorGridlines>
        <c:numFmt formatCode="General" sourceLinked="0"/>
        <c:majorTickMark val="out"/>
        <c:minorTickMark val="none"/>
        <c:tickLblPos val="nextTo"/>
        <c:spPr>
          <a:ln w="6480">
            <a:solidFill>
              <a:srgbClr val="8b8b8b"/>
            </a:solidFill>
            <a:round/>
          </a:ln>
        </c:spPr>
        <c:txPr>
          <a:bodyPr/>
          <a:lstStyle/>
          <a:p>
            <a:pPr>
              <a:defRPr b="0" sz="1800" strike="noStrike" u="none">
                <a:solidFill>
                  <a:srgbClr val="000000"/>
                </a:solidFill>
                <a:uFillTx/>
                <a:latin typeface="Calibri"/>
              </a:defRPr>
            </a:pPr>
          </a:p>
        </c:txPr>
        <c:crossAx val="8316665"/>
        <c:crosses val="autoZero"/>
        <c:crossBetween val="between"/>
      </c:valAx>
      <c:spPr>
        <a:noFill/>
        <a:ln w="0">
          <a:noFill/>
        </a:ln>
      </c:spPr>
    </c:plotArea>
    <c:legend>
      <c:legendPos val="r"/>
      <c:overlay val="0"/>
      <c:spPr>
        <a:noFill/>
        <a:ln w="0">
          <a:noFill/>
        </a:ln>
      </c:spPr>
      <c:txPr>
        <a:bodyPr/>
        <a:lstStyle/>
        <a:p>
          <a:pPr>
            <a:defRPr b="0" sz="1800" strike="noStrike" u="none">
              <a:solidFill>
                <a:srgbClr val="000000"/>
              </a:solidFill>
              <a:uFillTx/>
              <a:latin typeface="Calibri"/>
            </a:defRPr>
          </a:pPr>
        </a:p>
      </c:txPr>
    </c:legend>
    <c:plotVisOnly val="1"/>
    <c:dispBlanksAs val="gap"/>
  </c:chart>
  <c:spPr>
    <a:noFill/>
    <a:ln w="0">
      <a:noFill/>
    </a:ln>
  </c:spPr>
</c:chartSpace>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Slide">
    <p:spTree>
      <p:nvGrpSpPr>
        <p:cNvPr id="1" name=""/>
        <p:cNvGrpSpPr/>
        <p:nvPr/>
      </p:nvGrpSpPr>
      <p:grpSpPr>
        <a:xfrm>
          <a:off x="0" y="0"/>
          <a:ext cx="0" cy="0"/>
          <a:chOff x="0" y="0"/>
          <a:chExt cx="0" cy="0"/>
        </a:xfrm>
      </p:grpSpPr>
      <p:sp>
        <p:nvSpPr>
          <p:cNvPr id="5" name="PlaceHolder 1"/>
          <p:cNvSpPr>
            <a:spLocks noGrp="1"/>
          </p:cNvSpPr>
          <p:nvPr>
            <p:ph type="title"/>
          </p:nvPr>
        </p:nvSpPr>
        <p:spPr>
          <a:xfrm>
            <a:off x="2468880" y="7183080"/>
            <a:ext cx="27980280" cy="15280200"/>
          </a:xfrm>
          <a:prstGeom prst="rect">
            <a:avLst/>
          </a:prstGeom>
          <a:noFill/>
          <a:ln w="0">
            <a:noFill/>
          </a:ln>
        </p:spPr>
        <p:txBody>
          <a:bodyPr lIns="0" rIns="0" tIns="0" bIns="0" anchor="ctr">
            <a:spAutoFit/>
          </a:bodyPr>
          <a:p>
            <a:pPr indent="0">
              <a:buNone/>
            </a:pPr>
            <a:endParaRPr b="0" lang="en-US" sz="7260" strike="noStrike" u="none">
              <a:solidFill>
                <a:schemeClr val="dk1"/>
              </a:solidFill>
              <a:effectLst/>
              <a:uFillTx/>
              <a:latin typeface="Calibri"/>
            </a:endParaRPr>
          </a:p>
        </p:txBody>
      </p:sp>
      <p:sp>
        <p:nvSpPr>
          <p:cNvPr id="6" name="PlaceHolder 2"/>
          <p:cNvSpPr>
            <a:spLocks noGrp="1"/>
          </p:cNvSpPr>
          <p:nvPr>
            <p:ph type="subTitle"/>
          </p:nvPr>
        </p:nvSpPr>
        <p:spPr>
          <a:xfrm>
            <a:off x="1645920" y="10270440"/>
            <a:ext cx="29626200" cy="25456320"/>
          </a:xfrm>
          <a:prstGeom prst="rect">
            <a:avLst/>
          </a:prstGeom>
          <a:noFill/>
          <a:ln w="0">
            <a:noFill/>
          </a:ln>
        </p:spPr>
        <p:txBody>
          <a:bodyPr lIns="0" rIns="0" tIns="0" bIns="0" anchor="ctr">
            <a:spAutoFit/>
          </a:bodyPr>
          <a:p>
            <a:pPr indent="0" algn="ctr">
              <a:buNone/>
            </a:pPr>
            <a:endParaRPr b="0" lang="en-US" sz="3200" strike="noStrike" u="none">
              <a:solidFill>
                <a:srgbClr val="000000"/>
              </a:solidFill>
              <a:effectLst/>
              <a:uFillTx/>
              <a:latin typeface="Arial"/>
            </a:endParaRPr>
          </a:p>
        </p:txBody>
      </p:sp>
      <p:sp>
        <p:nvSpPr>
          <p:cNvPr id="4" name="PlaceHolder 3"/>
          <p:cNvSpPr>
            <a:spLocks noGrp="1"/>
          </p:cNvSpPr>
          <p:nvPr>
            <p:ph type="ftr" idx="2"/>
          </p:nvPr>
        </p:nvSpPr>
        <p:spPr/>
        <p:txBody>
          <a:bodyPr/>
          <a:p>
            <a:r>
              <a:t>Footer</a:t>
            </a:r>
          </a:p>
        </p:txBody>
      </p:sp>
      <p:sp>
        <p:nvSpPr>
          <p:cNvPr id="5" name="PlaceHolder 4"/>
          <p:cNvSpPr>
            <a:spLocks noGrp="1"/>
          </p:cNvSpPr>
          <p:nvPr>
            <p:ph type="sldNum" idx="3"/>
          </p:nvPr>
        </p:nvSpPr>
        <p:spPr/>
        <p:txBody>
          <a:bodyPr/>
          <a:p>
            <a:fld id="{F1AB49CC-5A82-429D-84F9-E847257A80DE}" type="slidenum">
              <a:t>&lt;#&gt;</a:t>
            </a:fld>
          </a:p>
        </p:txBody>
      </p:sp>
      <p:sp>
        <p:nvSpPr>
          <p:cNvPr id="6" name="PlaceHolder 5"/>
          <p:cNvSpPr>
            <a:spLocks noGrp="1"/>
          </p:cNvSpPr>
          <p:nvPr>
            <p:ph type="dt" idx="1"/>
          </p:nvPr>
        </p:nvSpPr>
        <p:spPr/>
        <p:txBody>
          <a:bodyPr/>
          <a:p>
            <a:r>
              <a:rPr lang="en-US"/>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
</Relationships>
</file>

<file path=ppt/slideMasters/_rels/slideMaster3.xml.rels><?xml version="1.0" encoding="UTF-8"?>
<Relationships xmlns="http://schemas.openxmlformats.org/package/2006/relationships"><Relationship Id="rId1" Type="http://schemas.openxmlformats.org/officeDocument/2006/relationships/theme" Target="../theme/theme3.xml"/>
</Relationships>
</file>

<file path=ppt/slideMasters/_rels/slideMaster4.xml.rels><?xml version="1.0" encoding="UTF-8"?>
<Relationships xmlns="http://schemas.openxmlformats.org/package/2006/relationships"><Relationship Id="rId1" Type="http://schemas.openxmlformats.org/officeDocument/2006/relationships/theme" Target="../theme/theme4.xml"/>
</Relationships>
</file>

<file path=ppt/slideMasters/_rels/slideMaster5.xml.rels><?xml version="1.0" encoding="UTF-8"?>
<Relationships xmlns="http://schemas.openxmlformats.org/package/2006/relationships"><Relationship Id="rId1" Type="http://schemas.openxmlformats.org/officeDocument/2006/relationships/theme" Target="../theme/theme5.xml"/>
</Relationships>
</file>

<file path=ppt/slideMasters/_rels/slideMaster6.xml.rels><?xml version="1.0" encoding="UTF-8"?>
<Relationships xmlns="http://schemas.openxmlformats.org/package/2006/relationships"><Relationship Id="rId1" Type="http://schemas.openxmlformats.org/officeDocument/2006/relationships/theme" Target="../theme/theme6.xml"/>
</Relationships>
</file>

<file path=ppt/slideMasters/_rels/slideMaster7.xml.rels><?xml version="1.0" encoding="UTF-8"?>
<Relationships xmlns="http://schemas.openxmlformats.org/package/2006/relationships"><Relationship Id="rId1" Type="http://schemas.openxmlformats.org/officeDocument/2006/relationships/theme" Target="../theme/theme7.xml"/>
</Relationships>
</file>

<file path=ppt/slideMasters/_rels/slideMaster8.xml.rels><?xml version="1.0" encoding="UTF-8"?>
<Relationships xmlns="http://schemas.openxmlformats.org/package/2006/relationships"><Relationship Id="rId1" Type="http://schemas.openxmlformats.org/officeDocument/2006/relationships/theme" Target="../theme/theme8.xml"/>
</Relationships>
</file>

<file path=ppt/slideMasters/_rels/slideMaster9.xml.rels><?xml version="1.0" encoding="UTF-8"?>
<Relationships xmlns="http://schemas.openxmlformats.org/package/2006/relationships"><Relationship Id="rId1" Type="http://schemas.openxmlformats.org/officeDocument/2006/relationships/theme" Target="../theme/theme9.xml"/>
</Relationships>
</file>

<file path=ppt/slideMasters/_rels/slideMaster10.xml.rels><?xml version="1.0" encoding="UTF-8"?>
<Relationships xmlns="http://schemas.openxmlformats.org/package/2006/relationships"><Relationship Id="rId1" Type="http://schemas.openxmlformats.org/officeDocument/2006/relationships/theme" Target="../theme/theme10.xml"/>
</Relationships>
</file>

<file path=ppt/slideMasters/_rels/slideMaster11.xml.rels><?xml version="1.0" encoding="UTF-8"?>
<Relationships xmlns="http://schemas.openxmlformats.org/package/2006/relationships"><Relationship Id="rId1" Type="http://schemas.openxmlformats.org/officeDocument/2006/relationships/theme" Target="../theme/theme1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2468880" y="7183080"/>
            <a:ext cx="27980280" cy="15280200"/>
          </a:xfrm>
          <a:prstGeom prst="rect">
            <a:avLst/>
          </a:prstGeom>
          <a:noFill/>
          <a:ln w="0">
            <a:noFill/>
          </a:ln>
        </p:spPr>
        <p:txBody>
          <a:bodyPr lIns="91440" rIns="91440" tIns="45720" bIns="45720" anchor="b">
            <a:noAutofit/>
          </a:bodyPr>
          <a:p>
            <a:pPr indent="0" algn="ctr" defTabSz="3291840">
              <a:lnSpc>
                <a:spcPct val="90000"/>
              </a:lnSpc>
              <a:buNone/>
            </a:pPr>
            <a:r>
              <a:rPr b="0" lang="en-US" sz="21600" strike="noStrike" u="none">
                <a:solidFill>
                  <a:schemeClr val="dk1"/>
                </a:solidFill>
                <a:effectLst/>
                <a:uFillTx/>
                <a:latin typeface="Calibri Light"/>
              </a:rPr>
              <a:t>Click to edit Master title style</a:t>
            </a:r>
            <a:endParaRPr b="0" lang="en-US" sz="21600" strike="noStrike" u="none">
              <a:solidFill>
                <a:schemeClr val="dk1"/>
              </a:solidFill>
              <a:effectLst/>
              <a:uFillTx/>
              <a:latin typeface="Calibri"/>
            </a:endParaRPr>
          </a:p>
        </p:txBody>
      </p:sp>
      <p:sp>
        <p:nvSpPr>
          <p:cNvPr id="1" name="PlaceHolder 2"/>
          <p:cNvSpPr>
            <a:spLocks noGrp="1"/>
          </p:cNvSpPr>
          <p:nvPr>
            <p:ph type="dt" idx="1"/>
          </p:nvPr>
        </p:nvSpPr>
        <p:spPr>
          <a:xfrm>
            <a:off x="2263320" y="40680720"/>
            <a:ext cx="7406280" cy="2336400"/>
          </a:xfrm>
          <a:prstGeom prst="rect">
            <a:avLst/>
          </a:prstGeom>
          <a:noFill/>
          <a:ln w="0">
            <a:noFill/>
          </a:ln>
        </p:spPr>
        <p:txBody>
          <a:bodyPr lIns="91440" rIns="91440" tIns="45720" bIns="45720" anchor="ctr">
            <a:noAutofit/>
          </a:bodyPr>
          <a:lstStyle>
            <a:lvl1pPr indent="0" defTabSz="3686760">
              <a:lnSpc>
                <a:spcPct val="100000"/>
              </a:lnSpc>
              <a:buNone/>
              <a:defRPr b="0" lang="en-US" sz="4320" strike="noStrike" u="none">
                <a:solidFill>
                  <a:schemeClr val="dk1">
                    <a:tint val="75000"/>
                  </a:schemeClr>
                </a:solidFill>
                <a:effectLst/>
                <a:uFillTx/>
                <a:latin typeface="Calibri"/>
              </a:defRPr>
            </a:lvl1pPr>
          </a:lstStyle>
          <a:p>
            <a:pPr indent="0" defTabSz="3686760">
              <a:lnSpc>
                <a:spcPct val="100000"/>
              </a:lnSpc>
              <a:buNone/>
            </a:pPr>
            <a:r>
              <a:rPr b="0" lang="en-US" sz="4320" strike="noStrike" u="none">
                <a:solidFill>
                  <a:schemeClr val="dk1">
                    <a:tint val="75000"/>
                  </a:schemeClr>
                </a:solidFill>
                <a:effectLst/>
                <a:uFillTx/>
                <a:latin typeface="Calibri"/>
              </a:rPr>
              <a:t>&lt;date/time&gt;</a:t>
            </a:r>
            <a:endParaRPr b="0" lang="en-US" sz="4320" strike="noStrike" u="none">
              <a:solidFill>
                <a:srgbClr val="000000"/>
              </a:solidFill>
              <a:effectLst/>
              <a:uFillTx/>
              <a:latin typeface="Times New Roman"/>
            </a:endParaRPr>
          </a:p>
        </p:txBody>
      </p:sp>
      <p:sp>
        <p:nvSpPr>
          <p:cNvPr id="2" name="PlaceHolder 3"/>
          <p:cNvSpPr>
            <a:spLocks noGrp="1"/>
          </p:cNvSpPr>
          <p:nvPr>
            <p:ph type="ftr" idx="2"/>
          </p:nvPr>
        </p:nvSpPr>
        <p:spPr>
          <a:xfrm>
            <a:off x="10904400" y="40680720"/>
            <a:ext cx="11109600" cy="2336400"/>
          </a:xfrm>
          <a:prstGeom prst="rect">
            <a:avLst/>
          </a:prstGeom>
          <a:noFill/>
          <a:ln w="0">
            <a:noFill/>
          </a:ln>
        </p:spPr>
        <p:txBody>
          <a:bodyPr lIns="91440" rIns="91440" tIns="45720" bIns="45720" anchor="ctr">
            <a:noAutofit/>
          </a:bodyPr>
          <a:lstStyle>
            <a:lvl1pPr indent="0" algn="ctr">
              <a:buNone/>
              <a:defRPr b="0" lang="en-US" sz="1400" strike="noStrike" u="none">
                <a:solidFill>
                  <a:srgbClr val="000000"/>
                </a:solidFill>
                <a:effectLst/>
                <a:uFillTx/>
                <a:latin typeface="Times New Roman"/>
              </a:defRPr>
            </a:lvl1pPr>
          </a:lstStyle>
          <a:p>
            <a:pPr indent="0" algn="ctr">
              <a:buNone/>
            </a:pPr>
            <a:r>
              <a:rPr b="0" lang="en-US" sz="1400" strike="noStrike" u="none">
                <a:solidFill>
                  <a:srgbClr val="000000"/>
                </a:solidFill>
                <a:effectLst/>
                <a:uFillTx/>
                <a:latin typeface="Times New Roman"/>
              </a:rPr>
              <a:t>&lt;footer&gt;</a:t>
            </a:r>
            <a:endParaRPr b="0" lang="en-US" sz="1400" strike="noStrike" u="none">
              <a:solidFill>
                <a:srgbClr val="000000"/>
              </a:solidFill>
              <a:effectLst/>
              <a:uFillTx/>
              <a:latin typeface="Times New Roman"/>
            </a:endParaRPr>
          </a:p>
        </p:txBody>
      </p:sp>
      <p:sp>
        <p:nvSpPr>
          <p:cNvPr id="3" name="PlaceHolder 4"/>
          <p:cNvSpPr>
            <a:spLocks noGrp="1"/>
          </p:cNvSpPr>
          <p:nvPr>
            <p:ph type="sldNum" idx="3"/>
          </p:nvPr>
        </p:nvSpPr>
        <p:spPr>
          <a:xfrm>
            <a:off x="23248800" y="40680720"/>
            <a:ext cx="7406280" cy="2336400"/>
          </a:xfrm>
          <a:prstGeom prst="rect">
            <a:avLst/>
          </a:prstGeom>
          <a:noFill/>
          <a:ln w="0">
            <a:noFill/>
          </a:ln>
        </p:spPr>
        <p:txBody>
          <a:bodyPr lIns="91440" rIns="91440" tIns="45720" bIns="45720" anchor="ctr">
            <a:noAutofit/>
          </a:bodyPr>
          <a:lstStyle>
            <a:lvl1pPr indent="0" algn="r" defTabSz="3686760">
              <a:lnSpc>
                <a:spcPct val="100000"/>
              </a:lnSpc>
              <a:buNone/>
              <a:defRPr b="0" lang="en-US" sz="4320" strike="noStrike" u="none">
                <a:solidFill>
                  <a:schemeClr val="dk1">
                    <a:tint val="75000"/>
                  </a:schemeClr>
                </a:solidFill>
                <a:effectLst/>
                <a:uFillTx/>
                <a:latin typeface="Calibri"/>
              </a:defRPr>
            </a:lvl1pPr>
          </a:lstStyle>
          <a:p>
            <a:pPr indent="0" algn="r" defTabSz="3686760">
              <a:lnSpc>
                <a:spcPct val="100000"/>
              </a:lnSpc>
              <a:buNone/>
            </a:pPr>
            <a:fld id="{C023ECC7-E193-42F4-B6D7-7EDF570CFF37}" type="slidenum">
              <a:rPr b="0" lang="en-US" sz="4320" strike="noStrike" u="none">
                <a:solidFill>
                  <a:schemeClr val="dk1">
                    <a:tint val="75000"/>
                  </a:schemeClr>
                </a:solidFill>
                <a:effectLst/>
                <a:uFillTx/>
                <a:latin typeface="Calibri"/>
              </a:rPr>
              <a:t>&lt;number&gt;</a:t>
            </a:fld>
            <a:endParaRPr b="0" lang="en-US" sz="4320" strike="noStrike" u="none">
              <a:solidFill>
                <a:srgbClr val="000000"/>
              </a:solidFill>
              <a:effectLst/>
              <a:uFillTx/>
              <a:latin typeface="Times New Roman"/>
            </a:endParaRPr>
          </a:p>
        </p:txBody>
      </p:sp>
      <p:sp>
        <p:nvSpPr>
          <p:cNvPr id="4" name="PlaceHolder 5"/>
          <p:cNvSpPr>
            <a:spLocks noGrp="1"/>
          </p:cNvSpPr>
          <p:nvPr>
            <p:ph type="body"/>
          </p:nvPr>
        </p:nvSpPr>
        <p:spPr>
          <a:xfrm>
            <a:off x="1645920" y="10270440"/>
            <a:ext cx="29626200" cy="25456320"/>
          </a:xfrm>
          <a:prstGeom prst="rect">
            <a:avLst/>
          </a:prstGeom>
          <a:noFill/>
          <a:ln w="0">
            <a:noFill/>
          </a:ln>
        </p:spPr>
        <p:txBody>
          <a:bodyPr lIns="0" rIns="0" tIns="0" bIns="0" anchor="t">
            <a:normAutofit/>
          </a:bodyPr>
          <a:p>
            <a:pPr marL="432000" indent="-324000">
              <a:lnSpc>
                <a:spcPct val="90000"/>
              </a:lnSpc>
              <a:spcBef>
                <a:spcPts val="1417"/>
              </a:spcBef>
              <a:buClr>
                <a:srgbClr val="000000"/>
              </a:buClr>
              <a:buSzPct val="45000"/>
              <a:buFont typeface="Wingdings" charset="2"/>
              <a:buChar char=""/>
            </a:pPr>
            <a:r>
              <a:rPr b="0" lang="en-US" sz="10080" strike="noStrike" u="none">
                <a:solidFill>
                  <a:schemeClr val="dk1"/>
                </a:solidFill>
                <a:effectLst/>
                <a:uFillTx/>
                <a:latin typeface="Calibri"/>
              </a:rPr>
              <a:t>Click to edit the outline text format</a:t>
            </a:r>
            <a:endParaRPr b="0" lang="en-US" sz="10080" strike="noStrike" u="none">
              <a:solidFill>
                <a:schemeClr val="dk1"/>
              </a:solidFill>
              <a:effectLst/>
              <a:uFillTx/>
              <a:latin typeface="Calibri"/>
            </a:endParaRPr>
          </a:p>
          <a:p>
            <a:pPr lvl="1" marL="864000" indent="-324000">
              <a:lnSpc>
                <a:spcPct val="90000"/>
              </a:lnSpc>
              <a:spcBef>
                <a:spcPts val="1134"/>
              </a:spcBef>
              <a:buClr>
                <a:srgbClr val="000000"/>
              </a:buClr>
              <a:buSzPct val="75000"/>
              <a:buFont typeface="Symbol" charset="2"/>
              <a:buChar char=""/>
            </a:pPr>
            <a:r>
              <a:rPr b="0" lang="en-US" sz="7200" strike="noStrike" u="none">
                <a:solidFill>
                  <a:schemeClr val="dk1"/>
                </a:solidFill>
                <a:effectLst/>
                <a:uFillTx/>
                <a:latin typeface="Calibri"/>
              </a:rPr>
              <a:t>Second Outline Level</a:t>
            </a:r>
            <a:endParaRPr b="0" lang="en-US" sz="7200" strike="noStrike" u="none">
              <a:solidFill>
                <a:schemeClr val="dk1"/>
              </a:solidFill>
              <a:effectLst/>
              <a:uFillTx/>
              <a:latin typeface="Calibri"/>
            </a:endParaRPr>
          </a:p>
          <a:p>
            <a:pPr lvl="2" marL="1296000" indent="-288000">
              <a:lnSpc>
                <a:spcPct val="90000"/>
              </a:lnSpc>
              <a:spcBef>
                <a:spcPts val="850"/>
              </a:spcBef>
              <a:buClr>
                <a:srgbClr val="000000"/>
              </a:buClr>
              <a:buSzPct val="45000"/>
              <a:buFont typeface="Wingdings" charset="2"/>
              <a:buChar char=""/>
            </a:pPr>
            <a:r>
              <a:rPr b="0" lang="en-US" sz="6480" strike="noStrike" u="none">
                <a:solidFill>
                  <a:schemeClr val="dk1"/>
                </a:solidFill>
                <a:effectLst/>
                <a:uFillTx/>
                <a:latin typeface="Calibri"/>
              </a:rPr>
              <a:t>Third Outline Level</a:t>
            </a:r>
            <a:endParaRPr b="0" lang="en-US" sz="6480" strike="noStrike" u="none">
              <a:solidFill>
                <a:schemeClr val="dk1"/>
              </a:solidFill>
              <a:effectLst/>
              <a:uFillTx/>
              <a:latin typeface="Calibri"/>
            </a:endParaRPr>
          </a:p>
          <a:p>
            <a:pPr lvl="3" marL="1728000" indent="-216000">
              <a:lnSpc>
                <a:spcPct val="90000"/>
              </a:lnSpc>
              <a:spcBef>
                <a:spcPts val="567"/>
              </a:spcBef>
              <a:buClr>
                <a:srgbClr val="000000"/>
              </a:buClr>
              <a:buSzPct val="75000"/>
              <a:buFont typeface="Symbol" charset="2"/>
              <a:buChar char=""/>
            </a:pPr>
            <a:r>
              <a:rPr b="0" lang="en-US" sz="6480" strike="noStrike" u="none">
                <a:solidFill>
                  <a:schemeClr val="dk1"/>
                </a:solidFill>
                <a:effectLst/>
                <a:uFillTx/>
                <a:latin typeface="Calibri"/>
              </a:rPr>
              <a:t>Fourth Outline Level</a:t>
            </a:r>
            <a:endParaRPr b="0" lang="en-US" sz="6480" strike="noStrike" u="none">
              <a:solidFill>
                <a:schemeClr val="dk1"/>
              </a:solidFill>
              <a:effectLst/>
              <a:uFillTx/>
              <a:latin typeface="Calibri"/>
            </a:endParaRPr>
          </a:p>
          <a:p>
            <a:pPr lvl="4" marL="2160000" indent="-216000">
              <a:lnSpc>
                <a:spcPct val="90000"/>
              </a:lnSpc>
              <a:spcBef>
                <a:spcPts val="283"/>
              </a:spcBef>
              <a:buClr>
                <a:srgbClr val="000000"/>
              </a:buClr>
              <a:buSzPct val="45000"/>
              <a:buFont typeface="Wingdings" charset="2"/>
              <a:buChar char=""/>
            </a:pPr>
            <a:r>
              <a:rPr b="0" lang="en-US" sz="2000" strike="noStrike" u="none">
                <a:solidFill>
                  <a:schemeClr val="dk1"/>
                </a:solidFill>
                <a:effectLst/>
                <a:uFillTx/>
                <a:latin typeface="Calibri"/>
              </a:rPr>
              <a:t>Fifth Outline Level</a:t>
            </a:r>
            <a:endParaRPr b="0" lang="en-US" sz="2000" strike="noStrike" u="none">
              <a:solidFill>
                <a:schemeClr val="dk1"/>
              </a:solidFill>
              <a:effectLst/>
              <a:uFillTx/>
              <a:latin typeface="Calibri"/>
            </a:endParaRPr>
          </a:p>
          <a:p>
            <a:pPr lvl="5" marL="2592000" indent="-216000">
              <a:lnSpc>
                <a:spcPct val="90000"/>
              </a:lnSpc>
              <a:spcBef>
                <a:spcPts val="283"/>
              </a:spcBef>
              <a:buClr>
                <a:srgbClr val="000000"/>
              </a:buClr>
              <a:buSzPct val="45000"/>
              <a:buFont typeface="Wingdings" charset="2"/>
              <a:buChar char=""/>
            </a:pPr>
            <a:r>
              <a:rPr b="0" lang="en-US" sz="2000" strike="noStrike" u="none">
                <a:solidFill>
                  <a:schemeClr val="dk1"/>
                </a:solidFill>
                <a:effectLst/>
                <a:uFillTx/>
                <a:latin typeface="Calibri"/>
              </a:rPr>
              <a:t>Sixth Outline Level</a:t>
            </a:r>
            <a:endParaRPr b="0" lang="en-US" sz="2000" strike="noStrike" u="none">
              <a:solidFill>
                <a:schemeClr val="dk1"/>
              </a:solidFill>
              <a:effectLst/>
              <a:uFillTx/>
              <a:latin typeface="Calibri"/>
            </a:endParaRPr>
          </a:p>
          <a:p>
            <a:pPr lvl="6" marL="3024000" indent="-216000">
              <a:lnSpc>
                <a:spcPct val="90000"/>
              </a:lnSpc>
              <a:spcBef>
                <a:spcPts val="283"/>
              </a:spcBef>
              <a:buClr>
                <a:srgbClr val="000000"/>
              </a:buClr>
              <a:buSzPct val="45000"/>
              <a:buFont typeface="Wingdings" charset="2"/>
              <a:buChar char=""/>
            </a:pPr>
            <a:r>
              <a:rPr b="0" lang="en-US" sz="2000" strike="noStrike" u="none">
                <a:solidFill>
                  <a:schemeClr val="dk1"/>
                </a:solidFill>
                <a:effectLst/>
                <a:uFillTx/>
                <a:latin typeface="Calibri"/>
              </a:rPr>
              <a:t>Seventh Outline Level</a:t>
            </a:r>
            <a:endParaRPr b="0" lang="en-US" sz="2000" strike="noStrike" u="none">
              <a:solidFill>
                <a:schemeClr val="dk1"/>
              </a:solidFill>
              <a:effectLst/>
              <a:uFillTx/>
              <a:latin typeface="Calibri"/>
            </a:endParaRPr>
          </a:p>
        </p:txBody>
      </p:sp>
    </p:spTree>
  </p:cSld>
  <p:clrMap bg1="lt1" tx1="dk1" bg2="lt2" tx2="dk2" accent1="accent1" accent2="accent2" accent3="accent3" accent4="accent4" accent5="accent5" accent6="accent6" hlink="hlink" folHlink="folHlink"/>
  <p:sldLayoutIdLst>
    <p:sldLayoutId id="2147483649" r:id="rId2"/>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7" name="PlaceHolder 1"/>
          <p:cNvSpPr>
            <a:spLocks noGrp="1"/>
          </p:cNvSpPr>
          <p:nvPr>
            <p:ph type="title"/>
          </p:nvPr>
        </p:nvSpPr>
        <p:spPr>
          <a:xfrm>
            <a:off x="2263320" y="2336760"/>
            <a:ext cx="28391760" cy="8483400"/>
          </a:xfrm>
          <a:prstGeom prst="rect">
            <a:avLst/>
          </a:prstGeom>
          <a:noFill/>
          <a:ln w="0">
            <a:noFill/>
          </a:ln>
        </p:spPr>
        <p:txBody>
          <a:bodyPr lIns="91440" rIns="91440" tIns="45720" bIns="45720" anchor="ctr">
            <a:noAutofit/>
          </a:bodyPr>
          <a:p>
            <a:pPr indent="0" defTabSz="3291840">
              <a:lnSpc>
                <a:spcPct val="90000"/>
              </a:lnSpc>
              <a:buNone/>
            </a:pPr>
            <a:r>
              <a:rPr b="0" lang="en-US" sz="15839" strike="noStrike" u="none">
                <a:solidFill>
                  <a:schemeClr val="dk1"/>
                </a:solidFill>
                <a:effectLst/>
                <a:uFillTx/>
                <a:latin typeface="Calibri Light"/>
              </a:rPr>
              <a:t>Click to edit Master title style</a:t>
            </a:r>
            <a:endParaRPr b="0" lang="en-US" sz="15839" strike="noStrike" u="none">
              <a:solidFill>
                <a:schemeClr val="dk1"/>
              </a:solidFill>
              <a:effectLst/>
              <a:uFillTx/>
              <a:latin typeface="Calibri"/>
            </a:endParaRPr>
          </a:p>
        </p:txBody>
      </p:sp>
      <p:sp>
        <p:nvSpPr>
          <p:cNvPr id="8" name="PlaceHolder 2"/>
          <p:cNvSpPr>
            <a:spLocks noGrp="1"/>
          </p:cNvSpPr>
          <p:nvPr>
            <p:ph type="body"/>
          </p:nvPr>
        </p:nvSpPr>
        <p:spPr>
          <a:xfrm>
            <a:off x="2263320" y="11684160"/>
            <a:ext cx="28391760" cy="27848160"/>
          </a:xfrm>
          <a:prstGeom prst="rect">
            <a:avLst/>
          </a:prstGeom>
          <a:noFill/>
          <a:ln w="0">
            <a:noFill/>
          </a:ln>
        </p:spPr>
        <p:txBody>
          <a:bodyPr lIns="91440" rIns="91440" tIns="45720" bIns="45720" anchor="t" vert="eaVert">
            <a:noAutofit/>
          </a:bodyPr>
          <a:p>
            <a:pPr marL="432000" indent="-324000" defTabSz="3291840">
              <a:lnSpc>
                <a:spcPct val="90000"/>
              </a:lnSpc>
              <a:spcBef>
                <a:spcPts val="3600"/>
              </a:spcBef>
              <a:buClr>
                <a:srgbClr val="000000"/>
              </a:buClr>
              <a:buSzPct val="45000"/>
              <a:buFont typeface="Wingdings" charset="2"/>
              <a:buChar char=""/>
            </a:pPr>
            <a:r>
              <a:rPr b="0" lang="en-US" sz="10080" strike="noStrike" u="none">
                <a:solidFill>
                  <a:schemeClr val="dk1"/>
                </a:solidFill>
                <a:effectLst/>
                <a:uFillTx/>
                <a:latin typeface="Calibri"/>
              </a:rPr>
              <a:t>Click to edit Master text styles</a:t>
            </a:r>
            <a:endParaRPr b="0" lang="en-US" sz="10080" strike="noStrike" u="none">
              <a:solidFill>
                <a:schemeClr val="dk1"/>
              </a:solidFill>
              <a:effectLst/>
              <a:uFillTx/>
              <a:latin typeface="Calibri"/>
            </a:endParaRPr>
          </a:p>
          <a:p>
            <a:pPr lvl="1" marL="864000" indent="-324000" defTabSz="3291840">
              <a:lnSpc>
                <a:spcPct val="90000"/>
              </a:lnSpc>
              <a:spcBef>
                <a:spcPts val="1800"/>
              </a:spcBef>
              <a:buClr>
                <a:srgbClr val="000000"/>
              </a:buClr>
              <a:buSzPct val="75000"/>
              <a:buFont typeface="Symbol" charset="2"/>
              <a:buChar char=""/>
            </a:pPr>
            <a:r>
              <a:rPr b="0" lang="en-US" sz="8640" strike="noStrike" u="none">
                <a:solidFill>
                  <a:schemeClr val="dk1"/>
                </a:solidFill>
                <a:effectLst/>
                <a:uFillTx/>
                <a:latin typeface="Calibri"/>
              </a:rPr>
              <a:t>Second level</a:t>
            </a:r>
            <a:endParaRPr b="0" lang="en-US" sz="8640" strike="noStrike" u="none">
              <a:solidFill>
                <a:schemeClr val="dk1"/>
              </a:solidFill>
              <a:effectLst/>
              <a:uFillTx/>
              <a:latin typeface="Calibri"/>
            </a:endParaRPr>
          </a:p>
          <a:p>
            <a:pPr lvl="2" marL="1296000" indent="-288000" defTabSz="3291840">
              <a:lnSpc>
                <a:spcPct val="90000"/>
              </a:lnSpc>
              <a:spcBef>
                <a:spcPts val="1800"/>
              </a:spcBef>
              <a:buClr>
                <a:srgbClr val="000000"/>
              </a:buClr>
              <a:buSzPct val="45000"/>
              <a:buFont typeface="Wingdings" charset="2"/>
              <a:buChar char=""/>
            </a:pPr>
            <a:r>
              <a:rPr b="0" lang="en-US" sz="7200" strike="noStrike" u="none">
                <a:solidFill>
                  <a:schemeClr val="dk1"/>
                </a:solidFill>
                <a:effectLst/>
                <a:uFillTx/>
                <a:latin typeface="Calibri"/>
              </a:rPr>
              <a:t>Third level</a:t>
            </a:r>
            <a:endParaRPr b="0" lang="en-US" sz="7200" strike="noStrike" u="none">
              <a:solidFill>
                <a:schemeClr val="dk1"/>
              </a:solidFill>
              <a:effectLst/>
              <a:uFillTx/>
              <a:latin typeface="Calibri"/>
            </a:endParaRPr>
          </a:p>
          <a:p>
            <a:pPr lvl="3" marL="1728000" indent="-216000" defTabSz="3291840">
              <a:lnSpc>
                <a:spcPct val="90000"/>
              </a:lnSpc>
              <a:spcBef>
                <a:spcPts val="1800"/>
              </a:spcBef>
              <a:buClr>
                <a:srgbClr val="000000"/>
              </a:buClr>
              <a:buSzPct val="75000"/>
              <a:buFont typeface="Symbol" charset="2"/>
              <a:buChar char=""/>
            </a:pPr>
            <a:r>
              <a:rPr b="0" lang="en-US" sz="6480" strike="noStrike" u="none">
                <a:solidFill>
                  <a:schemeClr val="dk1"/>
                </a:solidFill>
                <a:effectLst/>
                <a:uFillTx/>
                <a:latin typeface="Calibri"/>
              </a:rPr>
              <a:t>Fourth level</a:t>
            </a:r>
            <a:endParaRPr b="0" lang="en-US" sz="6480" strike="noStrike" u="none">
              <a:solidFill>
                <a:schemeClr val="dk1"/>
              </a:solidFill>
              <a:effectLst/>
              <a:uFillTx/>
              <a:latin typeface="Calibri"/>
            </a:endParaRPr>
          </a:p>
          <a:p>
            <a:pPr lvl="4" marL="2160000" indent="-216000" defTabSz="3291840">
              <a:lnSpc>
                <a:spcPct val="90000"/>
              </a:lnSpc>
              <a:spcBef>
                <a:spcPts val="1800"/>
              </a:spcBef>
              <a:buClr>
                <a:srgbClr val="000000"/>
              </a:buClr>
              <a:buSzPct val="45000"/>
              <a:buFont typeface="Wingdings" charset="2"/>
              <a:buChar char=""/>
            </a:pPr>
            <a:r>
              <a:rPr b="0" lang="en-US" sz="6480" strike="noStrike" u="none">
                <a:solidFill>
                  <a:schemeClr val="dk1"/>
                </a:solidFill>
                <a:effectLst/>
                <a:uFillTx/>
                <a:latin typeface="Calibri"/>
              </a:rPr>
              <a:t>Fifth level</a:t>
            </a:r>
            <a:endParaRPr b="0" lang="en-US" sz="6480" strike="noStrike" u="none">
              <a:solidFill>
                <a:schemeClr val="dk1"/>
              </a:solidFill>
              <a:effectLst/>
              <a:uFillTx/>
              <a:latin typeface="Calibri"/>
            </a:endParaRPr>
          </a:p>
        </p:txBody>
      </p:sp>
      <p:sp>
        <p:nvSpPr>
          <p:cNvPr id="9" name="PlaceHolder 3"/>
          <p:cNvSpPr>
            <a:spLocks noGrp="1"/>
          </p:cNvSpPr>
          <p:nvPr>
            <p:ph type="dt" idx="4"/>
          </p:nvPr>
        </p:nvSpPr>
        <p:spPr>
          <a:xfrm>
            <a:off x="2263320" y="40680720"/>
            <a:ext cx="7406280" cy="2336400"/>
          </a:xfrm>
          <a:prstGeom prst="rect">
            <a:avLst/>
          </a:prstGeom>
          <a:noFill/>
          <a:ln w="0">
            <a:noFill/>
          </a:ln>
        </p:spPr>
        <p:txBody>
          <a:bodyPr lIns="91440" rIns="91440" tIns="45720" bIns="45720" anchor="ctr">
            <a:noAutofit/>
          </a:bodyPr>
          <a:lstStyle>
            <a:lvl1pPr indent="0" defTabSz="3686760">
              <a:lnSpc>
                <a:spcPct val="100000"/>
              </a:lnSpc>
              <a:buNone/>
              <a:defRPr b="0" lang="en-US" sz="4320" strike="noStrike" u="none">
                <a:solidFill>
                  <a:schemeClr val="dk1">
                    <a:tint val="75000"/>
                  </a:schemeClr>
                </a:solidFill>
                <a:effectLst/>
                <a:uFillTx/>
                <a:latin typeface="Calibri"/>
              </a:defRPr>
            </a:lvl1pPr>
          </a:lstStyle>
          <a:p>
            <a:pPr indent="0" defTabSz="3686760">
              <a:lnSpc>
                <a:spcPct val="100000"/>
              </a:lnSpc>
              <a:buNone/>
            </a:pPr>
            <a:r>
              <a:rPr b="0" lang="en-US" sz="4320" strike="noStrike" u="none">
                <a:solidFill>
                  <a:schemeClr val="dk1">
                    <a:tint val="75000"/>
                  </a:schemeClr>
                </a:solidFill>
                <a:effectLst/>
                <a:uFillTx/>
                <a:latin typeface="Calibri"/>
              </a:rPr>
              <a:t>&lt;date/time&gt;</a:t>
            </a:r>
            <a:endParaRPr b="0" lang="en-US" sz="4320" strike="noStrike" u="none">
              <a:solidFill>
                <a:srgbClr val="000000"/>
              </a:solidFill>
              <a:effectLst/>
              <a:uFillTx/>
              <a:latin typeface="Times New Roman"/>
            </a:endParaRPr>
          </a:p>
        </p:txBody>
      </p:sp>
      <p:sp>
        <p:nvSpPr>
          <p:cNvPr id="10" name="PlaceHolder 4"/>
          <p:cNvSpPr>
            <a:spLocks noGrp="1"/>
          </p:cNvSpPr>
          <p:nvPr>
            <p:ph type="ftr" idx="5"/>
          </p:nvPr>
        </p:nvSpPr>
        <p:spPr>
          <a:xfrm>
            <a:off x="10904400" y="40680720"/>
            <a:ext cx="11109600" cy="2336400"/>
          </a:xfrm>
          <a:prstGeom prst="rect">
            <a:avLst/>
          </a:prstGeom>
          <a:noFill/>
          <a:ln w="0">
            <a:noFill/>
          </a:ln>
        </p:spPr>
        <p:txBody>
          <a:bodyPr lIns="91440" rIns="91440" tIns="45720" bIns="45720" anchor="ctr">
            <a:noAutofit/>
          </a:bodyPr>
          <a:lstStyle>
            <a:lvl1pPr indent="0" algn="ctr">
              <a:buNone/>
              <a:defRPr b="0" lang="en-US" sz="1400" strike="noStrike" u="none">
                <a:solidFill>
                  <a:srgbClr val="000000"/>
                </a:solidFill>
                <a:effectLst/>
                <a:uFillTx/>
                <a:latin typeface="Times New Roman"/>
              </a:defRPr>
            </a:lvl1pPr>
          </a:lstStyle>
          <a:p>
            <a:pPr indent="0" algn="ctr">
              <a:buNone/>
            </a:pPr>
            <a:r>
              <a:rPr b="0" lang="en-US" sz="1400" strike="noStrike" u="none">
                <a:solidFill>
                  <a:srgbClr val="000000"/>
                </a:solidFill>
                <a:effectLst/>
                <a:uFillTx/>
                <a:latin typeface="Times New Roman"/>
              </a:rPr>
              <a:t>&lt;footer&gt;</a:t>
            </a:r>
            <a:endParaRPr b="0" lang="en-US" sz="1400" strike="noStrike" u="none">
              <a:solidFill>
                <a:srgbClr val="000000"/>
              </a:solidFill>
              <a:effectLst/>
              <a:uFillTx/>
              <a:latin typeface="Times New Roman"/>
            </a:endParaRPr>
          </a:p>
        </p:txBody>
      </p:sp>
      <p:sp>
        <p:nvSpPr>
          <p:cNvPr id="11" name="PlaceHolder 5"/>
          <p:cNvSpPr>
            <a:spLocks noGrp="1"/>
          </p:cNvSpPr>
          <p:nvPr>
            <p:ph type="sldNum" idx="6"/>
          </p:nvPr>
        </p:nvSpPr>
        <p:spPr>
          <a:xfrm>
            <a:off x="23248800" y="40680720"/>
            <a:ext cx="7406280" cy="2336400"/>
          </a:xfrm>
          <a:prstGeom prst="rect">
            <a:avLst/>
          </a:prstGeom>
          <a:noFill/>
          <a:ln w="0">
            <a:noFill/>
          </a:ln>
        </p:spPr>
        <p:txBody>
          <a:bodyPr lIns="91440" rIns="91440" tIns="45720" bIns="45720" anchor="ctr">
            <a:noAutofit/>
          </a:bodyPr>
          <a:lstStyle>
            <a:lvl1pPr indent="0" algn="r" defTabSz="3686760">
              <a:lnSpc>
                <a:spcPct val="100000"/>
              </a:lnSpc>
              <a:buNone/>
              <a:defRPr b="0" lang="en-US" sz="4320" strike="noStrike" u="none">
                <a:solidFill>
                  <a:schemeClr val="dk1">
                    <a:tint val="75000"/>
                  </a:schemeClr>
                </a:solidFill>
                <a:effectLst/>
                <a:uFillTx/>
                <a:latin typeface="Calibri"/>
              </a:defRPr>
            </a:lvl1pPr>
          </a:lstStyle>
          <a:p>
            <a:pPr indent="0" algn="r" defTabSz="3686760">
              <a:lnSpc>
                <a:spcPct val="100000"/>
              </a:lnSpc>
              <a:buNone/>
            </a:pPr>
            <a:fld id="{8F612AA8-8BFE-4CE4-878A-CFA1F731F39A}" type="slidenum">
              <a:rPr b="0" lang="en-US" sz="4320" strike="noStrike" u="none">
                <a:solidFill>
                  <a:schemeClr val="dk1">
                    <a:tint val="75000"/>
                  </a:schemeClr>
                </a:solidFill>
                <a:effectLst/>
                <a:uFillTx/>
                <a:latin typeface="Calibri"/>
              </a:rPr>
              <a:t>&lt;number&gt;</a:t>
            </a:fld>
            <a:endParaRPr b="0" lang="en-US" sz="4320" strike="noStrike" u="non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2" name="PlaceHolder 1"/>
          <p:cNvSpPr>
            <a:spLocks noGrp="1"/>
          </p:cNvSpPr>
          <p:nvPr>
            <p:ph type="title"/>
          </p:nvPr>
        </p:nvSpPr>
        <p:spPr>
          <a:xfrm>
            <a:off x="23557320" y="2336760"/>
            <a:ext cx="7097760" cy="37195560"/>
          </a:xfrm>
          <a:prstGeom prst="rect">
            <a:avLst/>
          </a:prstGeom>
          <a:noFill/>
          <a:ln w="0">
            <a:noFill/>
          </a:ln>
        </p:spPr>
        <p:txBody>
          <a:bodyPr lIns="91440" rIns="91440" tIns="45720" bIns="45720" anchor="t" anchorCtr="1" vert="eaVert">
            <a:noAutofit/>
          </a:bodyPr>
          <a:p>
            <a:pPr indent="0" defTabSz="3291840">
              <a:lnSpc>
                <a:spcPct val="90000"/>
              </a:lnSpc>
              <a:buNone/>
            </a:pPr>
            <a:r>
              <a:rPr b="0" lang="en-US" sz="15839" strike="noStrike" u="none">
                <a:solidFill>
                  <a:schemeClr val="dk1"/>
                </a:solidFill>
                <a:effectLst/>
                <a:uFillTx/>
                <a:latin typeface="Calibri Light"/>
              </a:rPr>
              <a:t>Click to edit Master title style</a:t>
            </a:r>
            <a:endParaRPr b="0" lang="en-US" sz="15839" strike="noStrike" u="none">
              <a:solidFill>
                <a:schemeClr val="dk1"/>
              </a:solidFill>
              <a:effectLst/>
              <a:uFillTx/>
              <a:latin typeface="Calibri"/>
            </a:endParaRPr>
          </a:p>
        </p:txBody>
      </p:sp>
      <p:sp>
        <p:nvSpPr>
          <p:cNvPr id="13" name="PlaceHolder 2"/>
          <p:cNvSpPr>
            <a:spLocks noGrp="1"/>
          </p:cNvSpPr>
          <p:nvPr>
            <p:ph type="body"/>
          </p:nvPr>
        </p:nvSpPr>
        <p:spPr>
          <a:xfrm>
            <a:off x="2263320" y="2336760"/>
            <a:ext cx="20882160" cy="37195560"/>
          </a:xfrm>
          <a:prstGeom prst="rect">
            <a:avLst/>
          </a:prstGeom>
          <a:noFill/>
          <a:ln w="0">
            <a:noFill/>
          </a:ln>
        </p:spPr>
        <p:txBody>
          <a:bodyPr lIns="91440" rIns="91440" tIns="45720" bIns="45720" anchor="t" vert="eaVert">
            <a:noAutofit/>
          </a:bodyPr>
          <a:p>
            <a:pPr marL="432000" indent="-324000" defTabSz="3291840">
              <a:lnSpc>
                <a:spcPct val="90000"/>
              </a:lnSpc>
              <a:spcBef>
                <a:spcPts val="3600"/>
              </a:spcBef>
              <a:buClr>
                <a:srgbClr val="000000"/>
              </a:buClr>
              <a:buSzPct val="45000"/>
              <a:buFont typeface="Wingdings" charset="2"/>
              <a:buChar char=""/>
            </a:pPr>
            <a:r>
              <a:rPr b="0" lang="en-US" sz="10080" strike="noStrike" u="none">
                <a:solidFill>
                  <a:schemeClr val="dk1"/>
                </a:solidFill>
                <a:effectLst/>
                <a:uFillTx/>
                <a:latin typeface="Calibri"/>
              </a:rPr>
              <a:t>Click to edit Master text styles</a:t>
            </a:r>
            <a:endParaRPr b="0" lang="en-US" sz="10080" strike="noStrike" u="none">
              <a:solidFill>
                <a:schemeClr val="dk1"/>
              </a:solidFill>
              <a:effectLst/>
              <a:uFillTx/>
              <a:latin typeface="Calibri"/>
            </a:endParaRPr>
          </a:p>
          <a:p>
            <a:pPr lvl="1" marL="864000" indent="-324000" defTabSz="3291840">
              <a:lnSpc>
                <a:spcPct val="90000"/>
              </a:lnSpc>
              <a:spcBef>
                <a:spcPts val="1800"/>
              </a:spcBef>
              <a:buClr>
                <a:srgbClr val="000000"/>
              </a:buClr>
              <a:buSzPct val="75000"/>
              <a:buFont typeface="Symbol" charset="2"/>
              <a:buChar char=""/>
            </a:pPr>
            <a:r>
              <a:rPr b="0" lang="en-US" sz="8640" strike="noStrike" u="none">
                <a:solidFill>
                  <a:schemeClr val="dk1"/>
                </a:solidFill>
                <a:effectLst/>
                <a:uFillTx/>
                <a:latin typeface="Calibri"/>
              </a:rPr>
              <a:t>Second level</a:t>
            </a:r>
            <a:endParaRPr b="0" lang="en-US" sz="8640" strike="noStrike" u="none">
              <a:solidFill>
                <a:schemeClr val="dk1"/>
              </a:solidFill>
              <a:effectLst/>
              <a:uFillTx/>
              <a:latin typeface="Calibri"/>
            </a:endParaRPr>
          </a:p>
          <a:p>
            <a:pPr lvl="2" marL="1296000" indent="-288000" defTabSz="3291840">
              <a:lnSpc>
                <a:spcPct val="90000"/>
              </a:lnSpc>
              <a:spcBef>
                <a:spcPts val="1800"/>
              </a:spcBef>
              <a:buClr>
                <a:srgbClr val="000000"/>
              </a:buClr>
              <a:buSzPct val="45000"/>
              <a:buFont typeface="Wingdings" charset="2"/>
              <a:buChar char=""/>
            </a:pPr>
            <a:r>
              <a:rPr b="0" lang="en-US" sz="7200" strike="noStrike" u="none">
                <a:solidFill>
                  <a:schemeClr val="dk1"/>
                </a:solidFill>
                <a:effectLst/>
                <a:uFillTx/>
                <a:latin typeface="Calibri"/>
              </a:rPr>
              <a:t>Third level</a:t>
            </a:r>
            <a:endParaRPr b="0" lang="en-US" sz="7200" strike="noStrike" u="none">
              <a:solidFill>
                <a:schemeClr val="dk1"/>
              </a:solidFill>
              <a:effectLst/>
              <a:uFillTx/>
              <a:latin typeface="Calibri"/>
            </a:endParaRPr>
          </a:p>
          <a:p>
            <a:pPr lvl="3" marL="1728000" indent="-216000" defTabSz="3291840">
              <a:lnSpc>
                <a:spcPct val="90000"/>
              </a:lnSpc>
              <a:spcBef>
                <a:spcPts val="1800"/>
              </a:spcBef>
              <a:buClr>
                <a:srgbClr val="000000"/>
              </a:buClr>
              <a:buSzPct val="75000"/>
              <a:buFont typeface="Symbol" charset="2"/>
              <a:buChar char=""/>
            </a:pPr>
            <a:r>
              <a:rPr b="0" lang="en-US" sz="6480" strike="noStrike" u="none">
                <a:solidFill>
                  <a:schemeClr val="dk1"/>
                </a:solidFill>
                <a:effectLst/>
                <a:uFillTx/>
                <a:latin typeface="Calibri"/>
              </a:rPr>
              <a:t>Fourth level</a:t>
            </a:r>
            <a:endParaRPr b="0" lang="en-US" sz="6480" strike="noStrike" u="none">
              <a:solidFill>
                <a:schemeClr val="dk1"/>
              </a:solidFill>
              <a:effectLst/>
              <a:uFillTx/>
              <a:latin typeface="Calibri"/>
            </a:endParaRPr>
          </a:p>
          <a:p>
            <a:pPr lvl="4" marL="2160000" indent="-216000" defTabSz="3291840">
              <a:lnSpc>
                <a:spcPct val="90000"/>
              </a:lnSpc>
              <a:spcBef>
                <a:spcPts val="1800"/>
              </a:spcBef>
              <a:buClr>
                <a:srgbClr val="000000"/>
              </a:buClr>
              <a:buSzPct val="45000"/>
              <a:buFont typeface="Wingdings" charset="2"/>
              <a:buChar char=""/>
            </a:pPr>
            <a:r>
              <a:rPr b="0" lang="en-US" sz="6480" strike="noStrike" u="none">
                <a:solidFill>
                  <a:schemeClr val="dk1"/>
                </a:solidFill>
                <a:effectLst/>
                <a:uFillTx/>
                <a:latin typeface="Calibri"/>
              </a:rPr>
              <a:t>Fifth level</a:t>
            </a:r>
            <a:endParaRPr b="0" lang="en-US" sz="6480" strike="noStrike" u="none">
              <a:solidFill>
                <a:schemeClr val="dk1"/>
              </a:solidFill>
              <a:effectLst/>
              <a:uFillTx/>
              <a:latin typeface="Calibri"/>
            </a:endParaRPr>
          </a:p>
        </p:txBody>
      </p:sp>
      <p:sp>
        <p:nvSpPr>
          <p:cNvPr id="14" name="PlaceHolder 3"/>
          <p:cNvSpPr>
            <a:spLocks noGrp="1"/>
          </p:cNvSpPr>
          <p:nvPr>
            <p:ph type="dt" idx="7"/>
          </p:nvPr>
        </p:nvSpPr>
        <p:spPr>
          <a:xfrm>
            <a:off x="2263320" y="40680720"/>
            <a:ext cx="7406280" cy="2336400"/>
          </a:xfrm>
          <a:prstGeom prst="rect">
            <a:avLst/>
          </a:prstGeom>
          <a:noFill/>
          <a:ln w="0">
            <a:noFill/>
          </a:ln>
        </p:spPr>
        <p:txBody>
          <a:bodyPr lIns="91440" rIns="91440" tIns="45720" bIns="45720" anchor="ctr">
            <a:noAutofit/>
          </a:bodyPr>
          <a:lstStyle>
            <a:lvl1pPr indent="0" defTabSz="3686760">
              <a:lnSpc>
                <a:spcPct val="100000"/>
              </a:lnSpc>
              <a:buNone/>
              <a:defRPr b="0" lang="en-US" sz="4320" strike="noStrike" u="none">
                <a:solidFill>
                  <a:schemeClr val="dk1">
                    <a:tint val="75000"/>
                  </a:schemeClr>
                </a:solidFill>
                <a:effectLst/>
                <a:uFillTx/>
                <a:latin typeface="Calibri"/>
              </a:defRPr>
            </a:lvl1pPr>
          </a:lstStyle>
          <a:p>
            <a:pPr indent="0" defTabSz="3686760">
              <a:lnSpc>
                <a:spcPct val="100000"/>
              </a:lnSpc>
              <a:buNone/>
            </a:pPr>
            <a:r>
              <a:rPr b="0" lang="en-US" sz="4320" strike="noStrike" u="none">
                <a:solidFill>
                  <a:schemeClr val="dk1">
                    <a:tint val="75000"/>
                  </a:schemeClr>
                </a:solidFill>
                <a:effectLst/>
                <a:uFillTx/>
                <a:latin typeface="Calibri"/>
              </a:rPr>
              <a:t>&lt;date/time&gt;</a:t>
            </a:r>
            <a:endParaRPr b="0" lang="en-US" sz="4320" strike="noStrike" u="none">
              <a:solidFill>
                <a:srgbClr val="000000"/>
              </a:solidFill>
              <a:effectLst/>
              <a:uFillTx/>
              <a:latin typeface="Times New Roman"/>
            </a:endParaRPr>
          </a:p>
        </p:txBody>
      </p:sp>
      <p:sp>
        <p:nvSpPr>
          <p:cNvPr id="15" name="PlaceHolder 4"/>
          <p:cNvSpPr>
            <a:spLocks noGrp="1"/>
          </p:cNvSpPr>
          <p:nvPr>
            <p:ph type="ftr" idx="8"/>
          </p:nvPr>
        </p:nvSpPr>
        <p:spPr>
          <a:xfrm>
            <a:off x="10904400" y="40680720"/>
            <a:ext cx="11109600" cy="2336400"/>
          </a:xfrm>
          <a:prstGeom prst="rect">
            <a:avLst/>
          </a:prstGeom>
          <a:noFill/>
          <a:ln w="0">
            <a:noFill/>
          </a:ln>
        </p:spPr>
        <p:txBody>
          <a:bodyPr lIns="91440" rIns="91440" tIns="45720" bIns="45720" anchor="ctr">
            <a:noAutofit/>
          </a:bodyPr>
          <a:lstStyle>
            <a:lvl1pPr indent="0" algn="ctr">
              <a:buNone/>
              <a:defRPr b="0" lang="en-US" sz="1400" strike="noStrike" u="none">
                <a:solidFill>
                  <a:srgbClr val="000000"/>
                </a:solidFill>
                <a:effectLst/>
                <a:uFillTx/>
                <a:latin typeface="Times New Roman"/>
              </a:defRPr>
            </a:lvl1pPr>
          </a:lstStyle>
          <a:p>
            <a:pPr indent="0" algn="ctr">
              <a:buNone/>
            </a:pPr>
            <a:r>
              <a:rPr b="0" lang="en-US" sz="1400" strike="noStrike" u="none">
                <a:solidFill>
                  <a:srgbClr val="000000"/>
                </a:solidFill>
                <a:effectLst/>
                <a:uFillTx/>
                <a:latin typeface="Times New Roman"/>
              </a:rPr>
              <a:t>&lt;footer&gt;</a:t>
            </a:r>
            <a:endParaRPr b="0" lang="en-US" sz="1400" strike="noStrike" u="none">
              <a:solidFill>
                <a:srgbClr val="000000"/>
              </a:solidFill>
              <a:effectLst/>
              <a:uFillTx/>
              <a:latin typeface="Times New Roman"/>
            </a:endParaRPr>
          </a:p>
        </p:txBody>
      </p:sp>
      <p:sp>
        <p:nvSpPr>
          <p:cNvPr id="16" name="PlaceHolder 5"/>
          <p:cNvSpPr>
            <a:spLocks noGrp="1"/>
          </p:cNvSpPr>
          <p:nvPr>
            <p:ph type="sldNum" idx="9"/>
          </p:nvPr>
        </p:nvSpPr>
        <p:spPr>
          <a:xfrm>
            <a:off x="23248800" y="40680720"/>
            <a:ext cx="7406280" cy="2336400"/>
          </a:xfrm>
          <a:prstGeom prst="rect">
            <a:avLst/>
          </a:prstGeom>
          <a:noFill/>
          <a:ln w="0">
            <a:noFill/>
          </a:ln>
        </p:spPr>
        <p:txBody>
          <a:bodyPr lIns="91440" rIns="91440" tIns="45720" bIns="45720" anchor="ctr">
            <a:noAutofit/>
          </a:bodyPr>
          <a:lstStyle>
            <a:lvl1pPr indent="0" algn="r" defTabSz="3686760">
              <a:lnSpc>
                <a:spcPct val="100000"/>
              </a:lnSpc>
              <a:buNone/>
              <a:defRPr b="0" lang="en-US" sz="4320" strike="noStrike" u="none">
                <a:solidFill>
                  <a:schemeClr val="dk1">
                    <a:tint val="75000"/>
                  </a:schemeClr>
                </a:solidFill>
                <a:effectLst/>
                <a:uFillTx/>
                <a:latin typeface="Calibri"/>
              </a:defRPr>
            </a:lvl1pPr>
          </a:lstStyle>
          <a:p>
            <a:pPr indent="0" algn="r" defTabSz="3686760">
              <a:lnSpc>
                <a:spcPct val="100000"/>
              </a:lnSpc>
              <a:buNone/>
            </a:pPr>
            <a:fld id="{D4FBD46D-5BA6-480A-AFF4-FB1593A3D0E4}" type="slidenum">
              <a:rPr b="0" lang="en-US" sz="4320" strike="noStrike" u="none">
                <a:solidFill>
                  <a:schemeClr val="dk1">
                    <a:tint val="75000"/>
                  </a:schemeClr>
                </a:solidFill>
                <a:effectLst/>
                <a:uFillTx/>
                <a:latin typeface="Calibri"/>
              </a:rPr>
              <a:t>&lt;number&gt;</a:t>
            </a:fld>
            <a:endParaRPr b="0" lang="en-US" sz="4320" strike="noStrike" u="non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7" name="PlaceHolder 1"/>
          <p:cNvSpPr>
            <a:spLocks noGrp="1"/>
          </p:cNvSpPr>
          <p:nvPr>
            <p:ph type="title"/>
          </p:nvPr>
        </p:nvSpPr>
        <p:spPr>
          <a:xfrm>
            <a:off x="2263320" y="2336760"/>
            <a:ext cx="28391760" cy="8483400"/>
          </a:xfrm>
          <a:prstGeom prst="rect">
            <a:avLst/>
          </a:prstGeom>
          <a:noFill/>
          <a:ln w="0">
            <a:noFill/>
          </a:ln>
        </p:spPr>
        <p:txBody>
          <a:bodyPr lIns="91440" rIns="91440" tIns="45720" bIns="45720" anchor="ctr">
            <a:noAutofit/>
          </a:bodyPr>
          <a:p>
            <a:pPr indent="0" defTabSz="3291840">
              <a:lnSpc>
                <a:spcPct val="90000"/>
              </a:lnSpc>
              <a:buNone/>
            </a:pPr>
            <a:r>
              <a:rPr b="0" lang="en-US" sz="15839" strike="noStrike" u="none">
                <a:solidFill>
                  <a:schemeClr val="dk1"/>
                </a:solidFill>
                <a:effectLst/>
                <a:uFillTx/>
                <a:latin typeface="Calibri Light"/>
              </a:rPr>
              <a:t>Click to edit Master title style</a:t>
            </a:r>
            <a:endParaRPr b="0" lang="en-US" sz="15839" strike="noStrike" u="none">
              <a:solidFill>
                <a:schemeClr val="dk1"/>
              </a:solidFill>
              <a:effectLst/>
              <a:uFillTx/>
              <a:latin typeface="Calibri"/>
            </a:endParaRPr>
          </a:p>
        </p:txBody>
      </p:sp>
      <p:sp>
        <p:nvSpPr>
          <p:cNvPr id="18" name="PlaceHolder 2"/>
          <p:cNvSpPr>
            <a:spLocks noGrp="1"/>
          </p:cNvSpPr>
          <p:nvPr>
            <p:ph type="body"/>
          </p:nvPr>
        </p:nvSpPr>
        <p:spPr>
          <a:xfrm>
            <a:off x="2263320" y="11684160"/>
            <a:ext cx="28391760" cy="27848160"/>
          </a:xfrm>
          <a:prstGeom prst="rect">
            <a:avLst/>
          </a:prstGeom>
          <a:noFill/>
          <a:ln w="0">
            <a:noFill/>
          </a:ln>
        </p:spPr>
        <p:txBody>
          <a:bodyPr lIns="91440" rIns="91440" tIns="45720" bIns="45720" anchor="t">
            <a:noAutofit/>
          </a:bodyPr>
          <a:p>
            <a:pPr marL="432000" indent="-324000" defTabSz="3291840">
              <a:lnSpc>
                <a:spcPct val="90000"/>
              </a:lnSpc>
              <a:spcBef>
                <a:spcPts val="3600"/>
              </a:spcBef>
              <a:buClr>
                <a:srgbClr val="000000"/>
              </a:buClr>
              <a:buSzPct val="45000"/>
              <a:buFont typeface="Wingdings" charset="2"/>
              <a:buChar char=""/>
            </a:pPr>
            <a:r>
              <a:rPr b="0" lang="en-US" sz="10080" strike="noStrike" u="none">
                <a:solidFill>
                  <a:schemeClr val="dk1"/>
                </a:solidFill>
                <a:effectLst/>
                <a:uFillTx/>
                <a:latin typeface="Calibri"/>
              </a:rPr>
              <a:t>Click to edit Master text styles</a:t>
            </a:r>
            <a:endParaRPr b="0" lang="en-US" sz="10080" strike="noStrike" u="none">
              <a:solidFill>
                <a:schemeClr val="dk1"/>
              </a:solidFill>
              <a:effectLst/>
              <a:uFillTx/>
              <a:latin typeface="Calibri"/>
            </a:endParaRPr>
          </a:p>
          <a:p>
            <a:pPr lvl="1" marL="864000" indent="-324000" defTabSz="3291840">
              <a:lnSpc>
                <a:spcPct val="90000"/>
              </a:lnSpc>
              <a:spcBef>
                <a:spcPts val="1800"/>
              </a:spcBef>
              <a:buClr>
                <a:srgbClr val="000000"/>
              </a:buClr>
              <a:buSzPct val="75000"/>
              <a:buFont typeface="Symbol" charset="2"/>
              <a:buChar char=""/>
            </a:pPr>
            <a:r>
              <a:rPr b="0" lang="en-US" sz="8640" strike="noStrike" u="none">
                <a:solidFill>
                  <a:schemeClr val="dk1"/>
                </a:solidFill>
                <a:effectLst/>
                <a:uFillTx/>
                <a:latin typeface="Calibri"/>
              </a:rPr>
              <a:t>Second level</a:t>
            </a:r>
            <a:endParaRPr b="0" lang="en-US" sz="8640" strike="noStrike" u="none">
              <a:solidFill>
                <a:schemeClr val="dk1"/>
              </a:solidFill>
              <a:effectLst/>
              <a:uFillTx/>
              <a:latin typeface="Calibri"/>
            </a:endParaRPr>
          </a:p>
          <a:p>
            <a:pPr lvl="2" marL="1296000" indent="-288000" defTabSz="3291840">
              <a:lnSpc>
                <a:spcPct val="90000"/>
              </a:lnSpc>
              <a:spcBef>
                <a:spcPts val="1800"/>
              </a:spcBef>
              <a:buClr>
                <a:srgbClr val="000000"/>
              </a:buClr>
              <a:buSzPct val="45000"/>
              <a:buFont typeface="Wingdings" charset="2"/>
              <a:buChar char=""/>
            </a:pPr>
            <a:r>
              <a:rPr b="0" lang="en-US" sz="7200" strike="noStrike" u="none">
                <a:solidFill>
                  <a:schemeClr val="dk1"/>
                </a:solidFill>
                <a:effectLst/>
                <a:uFillTx/>
                <a:latin typeface="Calibri"/>
              </a:rPr>
              <a:t>Third level</a:t>
            </a:r>
            <a:endParaRPr b="0" lang="en-US" sz="7200" strike="noStrike" u="none">
              <a:solidFill>
                <a:schemeClr val="dk1"/>
              </a:solidFill>
              <a:effectLst/>
              <a:uFillTx/>
              <a:latin typeface="Calibri"/>
            </a:endParaRPr>
          </a:p>
          <a:p>
            <a:pPr lvl="3" marL="1728000" indent="-216000" defTabSz="3291840">
              <a:lnSpc>
                <a:spcPct val="90000"/>
              </a:lnSpc>
              <a:spcBef>
                <a:spcPts val="1800"/>
              </a:spcBef>
              <a:buClr>
                <a:srgbClr val="000000"/>
              </a:buClr>
              <a:buSzPct val="75000"/>
              <a:buFont typeface="Symbol" charset="2"/>
              <a:buChar char=""/>
            </a:pPr>
            <a:r>
              <a:rPr b="0" lang="en-US" sz="6480" strike="noStrike" u="none">
                <a:solidFill>
                  <a:schemeClr val="dk1"/>
                </a:solidFill>
                <a:effectLst/>
                <a:uFillTx/>
                <a:latin typeface="Calibri"/>
              </a:rPr>
              <a:t>Fourth level</a:t>
            </a:r>
            <a:endParaRPr b="0" lang="en-US" sz="6480" strike="noStrike" u="none">
              <a:solidFill>
                <a:schemeClr val="dk1"/>
              </a:solidFill>
              <a:effectLst/>
              <a:uFillTx/>
              <a:latin typeface="Calibri"/>
            </a:endParaRPr>
          </a:p>
          <a:p>
            <a:pPr lvl="4" marL="2160000" indent="-216000" defTabSz="3291840">
              <a:lnSpc>
                <a:spcPct val="90000"/>
              </a:lnSpc>
              <a:spcBef>
                <a:spcPts val="1800"/>
              </a:spcBef>
              <a:buClr>
                <a:srgbClr val="000000"/>
              </a:buClr>
              <a:buSzPct val="45000"/>
              <a:buFont typeface="Wingdings" charset="2"/>
              <a:buChar char=""/>
            </a:pPr>
            <a:r>
              <a:rPr b="0" lang="en-US" sz="6480" strike="noStrike" u="none">
                <a:solidFill>
                  <a:schemeClr val="dk1"/>
                </a:solidFill>
                <a:effectLst/>
                <a:uFillTx/>
                <a:latin typeface="Calibri"/>
              </a:rPr>
              <a:t>Fifth level</a:t>
            </a:r>
            <a:endParaRPr b="0" lang="en-US" sz="6480" strike="noStrike" u="none">
              <a:solidFill>
                <a:schemeClr val="dk1"/>
              </a:solidFill>
              <a:effectLst/>
              <a:uFillTx/>
              <a:latin typeface="Calibri"/>
            </a:endParaRPr>
          </a:p>
        </p:txBody>
      </p:sp>
      <p:sp>
        <p:nvSpPr>
          <p:cNvPr id="19" name="PlaceHolder 3"/>
          <p:cNvSpPr>
            <a:spLocks noGrp="1"/>
          </p:cNvSpPr>
          <p:nvPr>
            <p:ph type="dt" idx="10"/>
          </p:nvPr>
        </p:nvSpPr>
        <p:spPr>
          <a:xfrm>
            <a:off x="2263320" y="40680720"/>
            <a:ext cx="7406280" cy="2336400"/>
          </a:xfrm>
          <a:prstGeom prst="rect">
            <a:avLst/>
          </a:prstGeom>
          <a:noFill/>
          <a:ln w="0">
            <a:noFill/>
          </a:ln>
        </p:spPr>
        <p:txBody>
          <a:bodyPr lIns="91440" rIns="91440" tIns="45720" bIns="45720" anchor="ctr">
            <a:noAutofit/>
          </a:bodyPr>
          <a:lstStyle>
            <a:lvl1pPr indent="0" defTabSz="3686760">
              <a:lnSpc>
                <a:spcPct val="100000"/>
              </a:lnSpc>
              <a:buNone/>
              <a:defRPr b="0" lang="en-US" sz="4320" strike="noStrike" u="none">
                <a:solidFill>
                  <a:schemeClr val="dk1">
                    <a:tint val="75000"/>
                  </a:schemeClr>
                </a:solidFill>
                <a:effectLst/>
                <a:uFillTx/>
                <a:latin typeface="Calibri"/>
              </a:defRPr>
            </a:lvl1pPr>
          </a:lstStyle>
          <a:p>
            <a:pPr indent="0" defTabSz="3686760">
              <a:lnSpc>
                <a:spcPct val="100000"/>
              </a:lnSpc>
              <a:buNone/>
            </a:pPr>
            <a:r>
              <a:rPr b="0" lang="en-US" sz="4320" strike="noStrike" u="none">
                <a:solidFill>
                  <a:schemeClr val="dk1">
                    <a:tint val="75000"/>
                  </a:schemeClr>
                </a:solidFill>
                <a:effectLst/>
                <a:uFillTx/>
                <a:latin typeface="Calibri"/>
              </a:rPr>
              <a:t>&lt;date/time&gt;</a:t>
            </a:r>
            <a:endParaRPr b="0" lang="en-US" sz="4320" strike="noStrike" u="none">
              <a:solidFill>
                <a:srgbClr val="000000"/>
              </a:solidFill>
              <a:effectLst/>
              <a:uFillTx/>
              <a:latin typeface="Times New Roman"/>
            </a:endParaRPr>
          </a:p>
        </p:txBody>
      </p:sp>
      <p:sp>
        <p:nvSpPr>
          <p:cNvPr id="20" name="PlaceHolder 4"/>
          <p:cNvSpPr>
            <a:spLocks noGrp="1"/>
          </p:cNvSpPr>
          <p:nvPr>
            <p:ph type="ftr" idx="11"/>
          </p:nvPr>
        </p:nvSpPr>
        <p:spPr>
          <a:xfrm>
            <a:off x="10904400" y="40680720"/>
            <a:ext cx="11109600" cy="2336400"/>
          </a:xfrm>
          <a:prstGeom prst="rect">
            <a:avLst/>
          </a:prstGeom>
          <a:noFill/>
          <a:ln w="0">
            <a:noFill/>
          </a:ln>
        </p:spPr>
        <p:txBody>
          <a:bodyPr lIns="91440" rIns="91440" tIns="45720" bIns="45720" anchor="ctr">
            <a:noAutofit/>
          </a:bodyPr>
          <a:lstStyle>
            <a:lvl1pPr indent="0" algn="ctr">
              <a:buNone/>
              <a:defRPr b="0" lang="en-US" sz="1400" strike="noStrike" u="none">
                <a:solidFill>
                  <a:srgbClr val="000000"/>
                </a:solidFill>
                <a:effectLst/>
                <a:uFillTx/>
                <a:latin typeface="Times New Roman"/>
              </a:defRPr>
            </a:lvl1pPr>
          </a:lstStyle>
          <a:p>
            <a:pPr indent="0" algn="ctr">
              <a:buNone/>
            </a:pPr>
            <a:r>
              <a:rPr b="0" lang="en-US" sz="1400" strike="noStrike" u="none">
                <a:solidFill>
                  <a:srgbClr val="000000"/>
                </a:solidFill>
                <a:effectLst/>
                <a:uFillTx/>
                <a:latin typeface="Times New Roman"/>
              </a:rPr>
              <a:t>&lt;footer&gt;</a:t>
            </a:r>
            <a:endParaRPr b="0" lang="en-US" sz="1400" strike="noStrike" u="none">
              <a:solidFill>
                <a:srgbClr val="000000"/>
              </a:solidFill>
              <a:effectLst/>
              <a:uFillTx/>
              <a:latin typeface="Times New Roman"/>
            </a:endParaRPr>
          </a:p>
        </p:txBody>
      </p:sp>
      <p:sp>
        <p:nvSpPr>
          <p:cNvPr id="21" name="PlaceHolder 5"/>
          <p:cNvSpPr>
            <a:spLocks noGrp="1"/>
          </p:cNvSpPr>
          <p:nvPr>
            <p:ph type="sldNum" idx="12"/>
          </p:nvPr>
        </p:nvSpPr>
        <p:spPr>
          <a:xfrm>
            <a:off x="23248800" y="40680720"/>
            <a:ext cx="7406280" cy="2336400"/>
          </a:xfrm>
          <a:prstGeom prst="rect">
            <a:avLst/>
          </a:prstGeom>
          <a:noFill/>
          <a:ln w="0">
            <a:noFill/>
          </a:ln>
        </p:spPr>
        <p:txBody>
          <a:bodyPr lIns="91440" rIns="91440" tIns="45720" bIns="45720" anchor="ctr">
            <a:noAutofit/>
          </a:bodyPr>
          <a:lstStyle>
            <a:lvl1pPr indent="0" algn="r" defTabSz="3686760">
              <a:lnSpc>
                <a:spcPct val="100000"/>
              </a:lnSpc>
              <a:buNone/>
              <a:defRPr b="0" lang="en-US" sz="4320" strike="noStrike" u="none">
                <a:solidFill>
                  <a:schemeClr val="dk1">
                    <a:tint val="75000"/>
                  </a:schemeClr>
                </a:solidFill>
                <a:effectLst/>
                <a:uFillTx/>
                <a:latin typeface="Calibri"/>
              </a:defRPr>
            </a:lvl1pPr>
          </a:lstStyle>
          <a:p>
            <a:pPr indent="0" algn="r" defTabSz="3686760">
              <a:lnSpc>
                <a:spcPct val="100000"/>
              </a:lnSpc>
              <a:buNone/>
            </a:pPr>
            <a:fld id="{DC91132F-796B-4E9F-A076-8A8B777CE129}" type="slidenum">
              <a:rPr b="0" lang="en-US" sz="4320" strike="noStrike" u="none">
                <a:solidFill>
                  <a:schemeClr val="dk1">
                    <a:tint val="75000"/>
                  </a:schemeClr>
                </a:solidFill>
                <a:effectLst/>
                <a:uFillTx/>
                <a:latin typeface="Calibri"/>
              </a:rPr>
              <a:t>&lt;number&gt;</a:t>
            </a:fld>
            <a:endParaRPr b="0" lang="en-US" sz="4320" strike="noStrike" u="non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2" name="PlaceHolder 1"/>
          <p:cNvSpPr>
            <a:spLocks noGrp="1"/>
          </p:cNvSpPr>
          <p:nvPr>
            <p:ph type="title"/>
          </p:nvPr>
        </p:nvSpPr>
        <p:spPr>
          <a:xfrm>
            <a:off x="2246040" y="10942200"/>
            <a:ext cx="28391760" cy="18257040"/>
          </a:xfrm>
          <a:prstGeom prst="rect">
            <a:avLst/>
          </a:prstGeom>
          <a:noFill/>
          <a:ln w="0">
            <a:noFill/>
          </a:ln>
        </p:spPr>
        <p:txBody>
          <a:bodyPr lIns="91440" rIns="91440" tIns="45720" bIns="45720" anchor="b">
            <a:noAutofit/>
          </a:bodyPr>
          <a:p>
            <a:pPr indent="0" defTabSz="3291840">
              <a:lnSpc>
                <a:spcPct val="90000"/>
              </a:lnSpc>
              <a:buNone/>
            </a:pPr>
            <a:r>
              <a:rPr b="0" lang="en-US" sz="21600" strike="noStrike" u="none">
                <a:solidFill>
                  <a:schemeClr val="dk1"/>
                </a:solidFill>
                <a:effectLst/>
                <a:uFillTx/>
                <a:latin typeface="Calibri Light"/>
              </a:rPr>
              <a:t>Click to edit Master title style</a:t>
            </a:r>
            <a:endParaRPr b="0" lang="en-US" sz="21600" strike="noStrike" u="none">
              <a:solidFill>
                <a:schemeClr val="dk1"/>
              </a:solidFill>
              <a:effectLst/>
              <a:uFillTx/>
              <a:latin typeface="Calibri"/>
            </a:endParaRPr>
          </a:p>
        </p:txBody>
      </p:sp>
      <p:sp>
        <p:nvSpPr>
          <p:cNvPr id="23" name="PlaceHolder 2"/>
          <p:cNvSpPr>
            <a:spLocks noGrp="1"/>
          </p:cNvSpPr>
          <p:nvPr>
            <p:ph type="body"/>
          </p:nvPr>
        </p:nvSpPr>
        <p:spPr>
          <a:xfrm>
            <a:off x="2246040" y="29372400"/>
            <a:ext cx="28391760" cy="9600840"/>
          </a:xfrm>
          <a:prstGeom prst="rect">
            <a:avLst/>
          </a:prstGeom>
          <a:noFill/>
          <a:ln w="0">
            <a:noFill/>
          </a:ln>
        </p:spPr>
        <p:txBody>
          <a:bodyPr lIns="91440" rIns="91440" tIns="45720" bIns="45720" anchor="t">
            <a:noAutofit/>
          </a:bodyPr>
          <a:p>
            <a:pPr marL="432000" indent="-324000" defTabSz="3291840">
              <a:lnSpc>
                <a:spcPct val="90000"/>
              </a:lnSpc>
              <a:spcBef>
                <a:spcPts val="3600"/>
              </a:spcBef>
              <a:buClr>
                <a:srgbClr val="000000"/>
              </a:buClr>
              <a:buSzPct val="45000"/>
              <a:buFont typeface="Wingdings" charset="2"/>
              <a:buChar char=""/>
              <a:tabLst>
                <a:tab algn="l" pos="0"/>
              </a:tabLst>
            </a:pPr>
            <a:r>
              <a:rPr b="0" lang="en-US" sz="8640" strike="noStrike" u="none">
                <a:solidFill>
                  <a:schemeClr val="dk1"/>
                </a:solidFill>
                <a:effectLst/>
                <a:uFillTx/>
                <a:latin typeface="Calibri"/>
              </a:rPr>
              <a:t>Click to edit Master text styles</a:t>
            </a:r>
            <a:endParaRPr b="0" lang="en-US" sz="8640" strike="noStrike" u="none">
              <a:solidFill>
                <a:schemeClr val="dk1"/>
              </a:solidFill>
              <a:effectLst/>
              <a:uFillTx/>
              <a:latin typeface="Calibri"/>
            </a:endParaRPr>
          </a:p>
        </p:txBody>
      </p:sp>
      <p:sp>
        <p:nvSpPr>
          <p:cNvPr id="24" name="PlaceHolder 3"/>
          <p:cNvSpPr>
            <a:spLocks noGrp="1"/>
          </p:cNvSpPr>
          <p:nvPr>
            <p:ph type="dt" idx="13"/>
          </p:nvPr>
        </p:nvSpPr>
        <p:spPr>
          <a:xfrm>
            <a:off x="2263320" y="40680720"/>
            <a:ext cx="7406280" cy="2336400"/>
          </a:xfrm>
          <a:prstGeom prst="rect">
            <a:avLst/>
          </a:prstGeom>
          <a:noFill/>
          <a:ln w="0">
            <a:noFill/>
          </a:ln>
        </p:spPr>
        <p:txBody>
          <a:bodyPr lIns="91440" rIns="91440" tIns="45720" bIns="45720" anchor="ctr">
            <a:noAutofit/>
          </a:bodyPr>
          <a:lstStyle>
            <a:lvl1pPr indent="0" defTabSz="3686760">
              <a:lnSpc>
                <a:spcPct val="100000"/>
              </a:lnSpc>
              <a:buNone/>
              <a:defRPr b="0" lang="en-US" sz="4320" strike="noStrike" u="none">
                <a:solidFill>
                  <a:schemeClr val="dk1">
                    <a:tint val="75000"/>
                  </a:schemeClr>
                </a:solidFill>
                <a:effectLst/>
                <a:uFillTx/>
                <a:latin typeface="Calibri"/>
              </a:defRPr>
            </a:lvl1pPr>
          </a:lstStyle>
          <a:p>
            <a:pPr indent="0" defTabSz="3686760">
              <a:lnSpc>
                <a:spcPct val="100000"/>
              </a:lnSpc>
              <a:buNone/>
            </a:pPr>
            <a:r>
              <a:rPr b="0" lang="en-US" sz="4320" strike="noStrike" u="none">
                <a:solidFill>
                  <a:schemeClr val="dk1">
                    <a:tint val="75000"/>
                  </a:schemeClr>
                </a:solidFill>
                <a:effectLst/>
                <a:uFillTx/>
                <a:latin typeface="Calibri"/>
              </a:rPr>
              <a:t>&lt;date/time&gt;</a:t>
            </a:r>
            <a:endParaRPr b="0" lang="en-US" sz="4320" strike="noStrike" u="none">
              <a:solidFill>
                <a:srgbClr val="000000"/>
              </a:solidFill>
              <a:effectLst/>
              <a:uFillTx/>
              <a:latin typeface="Times New Roman"/>
            </a:endParaRPr>
          </a:p>
        </p:txBody>
      </p:sp>
      <p:sp>
        <p:nvSpPr>
          <p:cNvPr id="25" name="PlaceHolder 4"/>
          <p:cNvSpPr>
            <a:spLocks noGrp="1"/>
          </p:cNvSpPr>
          <p:nvPr>
            <p:ph type="ftr" idx="14"/>
          </p:nvPr>
        </p:nvSpPr>
        <p:spPr>
          <a:xfrm>
            <a:off x="10904400" y="40680720"/>
            <a:ext cx="11109600" cy="2336400"/>
          </a:xfrm>
          <a:prstGeom prst="rect">
            <a:avLst/>
          </a:prstGeom>
          <a:noFill/>
          <a:ln w="0">
            <a:noFill/>
          </a:ln>
        </p:spPr>
        <p:txBody>
          <a:bodyPr lIns="91440" rIns="91440" tIns="45720" bIns="45720" anchor="ctr">
            <a:noAutofit/>
          </a:bodyPr>
          <a:lstStyle>
            <a:lvl1pPr indent="0" algn="ctr">
              <a:buNone/>
              <a:defRPr b="0" lang="en-US" sz="1400" strike="noStrike" u="none">
                <a:solidFill>
                  <a:srgbClr val="000000"/>
                </a:solidFill>
                <a:effectLst/>
                <a:uFillTx/>
                <a:latin typeface="Times New Roman"/>
              </a:defRPr>
            </a:lvl1pPr>
          </a:lstStyle>
          <a:p>
            <a:pPr indent="0" algn="ctr">
              <a:buNone/>
            </a:pPr>
            <a:r>
              <a:rPr b="0" lang="en-US" sz="1400" strike="noStrike" u="none">
                <a:solidFill>
                  <a:srgbClr val="000000"/>
                </a:solidFill>
                <a:effectLst/>
                <a:uFillTx/>
                <a:latin typeface="Times New Roman"/>
              </a:rPr>
              <a:t>&lt;footer&gt;</a:t>
            </a:r>
            <a:endParaRPr b="0" lang="en-US" sz="1400" strike="noStrike" u="none">
              <a:solidFill>
                <a:srgbClr val="000000"/>
              </a:solidFill>
              <a:effectLst/>
              <a:uFillTx/>
              <a:latin typeface="Times New Roman"/>
            </a:endParaRPr>
          </a:p>
        </p:txBody>
      </p:sp>
      <p:sp>
        <p:nvSpPr>
          <p:cNvPr id="26" name="PlaceHolder 5"/>
          <p:cNvSpPr>
            <a:spLocks noGrp="1"/>
          </p:cNvSpPr>
          <p:nvPr>
            <p:ph type="sldNum" idx="15"/>
          </p:nvPr>
        </p:nvSpPr>
        <p:spPr>
          <a:xfrm>
            <a:off x="23248800" y="40680720"/>
            <a:ext cx="7406280" cy="2336400"/>
          </a:xfrm>
          <a:prstGeom prst="rect">
            <a:avLst/>
          </a:prstGeom>
          <a:noFill/>
          <a:ln w="0">
            <a:noFill/>
          </a:ln>
        </p:spPr>
        <p:txBody>
          <a:bodyPr lIns="91440" rIns="91440" tIns="45720" bIns="45720" anchor="ctr">
            <a:noAutofit/>
          </a:bodyPr>
          <a:lstStyle>
            <a:lvl1pPr indent="0" algn="r" defTabSz="3686760">
              <a:lnSpc>
                <a:spcPct val="100000"/>
              </a:lnSpc>
              <a:buNone/>
              <a:defRPr b="0" lang="en-US" sz="4320" strike="noStrike" u="none">
                <a:solidFill>
                  <a:schemeClr val="dk1">
                    <a:tint val="75000"/>
                  </a:schemeClr>
                </a:solidFill>
                <a:effectLst/>
                <a:uFillTx/>
                <a:latin typeface="Calibri"/>
              </a:defRPr>
            </a:lvl1pPr>
          </a:lstStyle>
          <a:p>
            <a:pPr indent="0" algn="r" defTabSz="3686760">
              <a:lnSpc>
                <a:spcPct val="100000"/>
              </a:lnSpc>
              <a:buNone/>
            </a:pPr>
            <a:fld id="{D3364D09-0C33-4A2C-BB46-30EE995E16B9}" type="slidenum">
              <a:rPr b="0" lang="en-US" sz="4320" strike="noStrike" u="none">
                <a:solidFill>
                  <a:schemeClr val="dk1">
                    <a:tint val="75000"/>
                  </a:schemeClr>
                </a:solidFill>
                <a:effectLst/>
                <a:uFillTx/>
                <a:latin typeface="Calibri"/>
              </a:rPr>
              <a:t>&lt;number&gt;</a:t>
            </a:fld>
            <a:endParaRPr b="0" lang="en-US" sz="4320" strike="noStrike" u="non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7" name="PlaceHolder 1"/>
          <p:cNvSpPr>
            <a:spLocks noGrp="1"/>
          </p:cNvSpPr>
          <p:nvPr>
            <p:ph type="title"/>
          </p:nvPr>
        </p:nvSpPr>
        <p:spPr>
          <a:xfrm>
            <a:off x="2263320" y="2336760"/>
            <a:ext cx="28391760" cy="8483400"/>
          </a:xfrm>
          <a:prstGeom prst="rect">
            <a:avLst/>
          </a:prstGeom>
          <a:noFill/>
          <a:ln w="0">
            <a:noFill/>
          </a:ln>
        </p:spPr>
        <p:txBody>
          <a:bodyPr lIns="91440" rIns="91440" tIns="45720" bIns="45720" anchor="ctr">
            <a:noAutofit/>
          </a:bodyPr>
          <a:p>
            <a:pPr indent="0" defTabSz="3291840">
              <a:lnSpc>
                <a:spcPct val="90000"/>
              </a:lnSpc>
              <a:buNone/>
            </a:pPr>
            <a:r>
              <a:rPr b="0" lang="en-US" sz="15839" strike="noStrike" u="none">
                <a:solidFill>
                  <a:schemeClr val="dk1"/>
                </a:solidFill>
                <a:effectLst/>
                <a:uFillTx/>
                <a:latin typeface="Calibri Light"/>
              </a:rPr>
              <a:t>Click to edit Master title style</a:t>
            </a:r>
            <a:endParaRPr b="0" lang="en-US" sz="15839" strike="noStrike" u="none">
              <a:solidFill>
                <a:schemeClr val="dk1"/>
              </a:solidFill>
              <a:effectLst/>
              <a:uFillTx/>
              <a:latin typeface="Calibri"/>
            </a:endParaRPr>
          </a:p>
        </p:txBody>
      </p:sp>
      <p:sp>
        <p:nvSpPr>
          <p:cNvPr id="28" name="PlaceHolder 2"/>
          <p:cNvSpPr>
            <a:spLocks noGrp="1"/>
          </p:cNvSpPr>
          <p:nvPr>
            <p:ph type="body"/>
          </p:nvPr>
        </p:nvSpPr>
        <p:spPr>
          <a:xfrm>
            <a:off x="2263320" y="11684160"/>
            <a:ext cx="13989960" cy="27848160"/>
          </a:xfrm>
          <a:prstGeom prst="rect">
            <a:avLst/>
          </a:prstGeom>
          <a:noFill/>
          <a:ln w="0">
            <a:noFill/>
          </a:ln>
        </p:spPr>
        <p:txBody>
          <a:bodyPr lIns="91440" rIns="91440" tIns="45720" bIns="45720" anchor="t">
            <a:noAutofit/>
          </a:bodyPr>
          <a:p>
            <a:pPr marL="432000" indent="-324000" defTabSz="3291840">
              <a:lnSpc>
                <a:spcPct val="90000"/>
              </a:lnSpc>
              <a:spcBef>
                <a:spcPts val="3600"/>
              </a:spcBef>
              <a:buClr>
                <a:srgbClr val="000000"/>
              </a:buClr>
              <a:buSzPct val="45000"/>
              <a:buFont typeface="Wingdings" charset="2"/>
              <a:buChar char=""/>
            </a:pPr>
            <a:r>
              <a:rPr b="0" lang="en-US" sz="10080" strike="noStrike" u="none">
                <a:solidFill>
                  <a:schemeClr val="dk1"/>
                </a:solidFill>
                <a:effectLst/>
                <a:uFillTx/>
                <a:latin typeface="Calibri"/>
              </a:rPr>
              <a:t>Click to edit Master text styles</a:t>
            </a:r>
            <a:endParaRPr b="0" lang="en-US" sz="10080" strike="noStrike" u="none">
              <a:solidFill>
                <a:schemeClr val="dk1"/>
              </a:solidFill>
              <a:effectLst/>
              <a:uFillTx/>
              <a:latin typeface="Calibri"/>
            </a:endParaRPr>
          </a:p>
          <a:p>
            <a:pPr lvl="1" marL="864000" indent="-324000" defTabSz="3291840">
              <a:lnSpc>
                <a:spcPct val="90000"/>
              </a:lnSpc>
              <a:spcBef>
                <a:spcPts val="1800"/>
              </a:spcBef>
              <a:buClr>
                <a:srgbClr val="000000"/>
              </a:buClr>
              <a:buSzPct val="75000"/>
              <a:buFont typeface="Symbol" charset="2"/>
              <a:buChar char=""/>
            </a:pPr>
            <a:r>
              <a:rPr b="0" lang="en-US" sz="8640" strike="noStrike" u="none">
                <a:solidFill>
                  <a:schemeClr val="dk1"/>
                </a:solidFill>
                <a:effectLst/>
                <a:uFillTx/>
                <a:latin typeface="Calibri"/>
              </a:rPr>
              <a:t>Second level</a:t>
            </a:r>
            <a:endParaRPr b="0" lang="en-US" sz="8640" strike="noStrike" u="none">
              <a:solidFill>
                <a:schemeClr val="dk1"/>
              </a:solidFill>
              <a:effectLst/>
              <a:uFillTx/>
              <a:latin typeface="Calibri"/>
            </a:endParaRPr>
          </a:p>
          <a:p>
            <a:pPr lvl="2" marL="1296000" indent="-288000" defTabSz="3291840">
              <a:lnSpc>
                <a:spcPct val="90000"/>
              </a:lnSpc>
              <a:spcBef>
                <a:spcPts val="1800"/>
              </a:spcBef>
              <a:buClr>
                <a:srgbClr val="000000"/>
              </a:buClr>
              <a:buSzPct val="45000"/>
              <a:buFont typeface="Wingdings" charset="2"/>
              <a:buChar char=""/>
            </a:pPr>
            <a:r>
              <a:rPr b="0" lang="en-US" sz="7200" strike="noStrike" u="none">
                <a:solidFill>
                  <a:schemeClr val="dk1"/>
                </a:solidFill>
                <a:effectLst/>
                <a:uFillTx/>
                <a:latin typeface="Calibri"/>
              </a:rPr>
              <a:t>Third level</a:t>
            </a:r>
            <a:endParaRPr b="0" lang="en-US" sz="7200" strike="noStrike" u="none">
              <a:solidFill>
                <a:schemeClr val="dk1"/>
              </a:solidFill>
              <a:effectLst/>
              <a:uFillTx/>
              <a:latin typeface="Calibri"/>
            </a:endParaRPr>
          </a:p>
          <a:p>
            <a:pPr lvl="3" marL="1728000" indent="-216000" defTabSz="3291840">
              <a:lnSpc>
                <a:spcPct val="90000"/>
              </a:lnSpc>
              <a:spcBef>
                <a:spcPts val="1800"/>
              </a:spcBef>
              <a:buClr>
                <a:srgbClr val="000000"/>
              </a:buClr>
              <a:buSzPct val="75000"/>
              <a:buFont typeface="Symbol" charset="2"/>
              <a:buChar char=""/>
            </a:pPr>
            <a:r>
              <a:rPr b="0" lang="en-US" sz="6480" strike="noStrike" u="none">
                <a:solidFill>
                  <a:schemeClr val="dk1"/>
                </a:solidFill>
                <a:effectLst/>
                <a:uFillTx/>
                <a:latin typeface="Calibri"/>
              </a:rPr>
              <a:t>Fourth level</a:t>
            </a:r>
            <a:endParaRPr b="0" lang="en-US" sz="6480" strike="noStrike" u="none">
              <a:solidFill>
                <a:schemeClr val="dk1"/>
              </a:solidFill>
              <a:effectLst/>
              <a:uFillTx/>
              <a:latin typeface="Calibri"/>
            </a:endParaRPr>
          </a:p>
          <a:p>
            <a:pPr lvl="4" marL="2160000" indent="-216000" defTabSz="3291840">
              <a:lnSpc>
                <a:spcPct val="90000"/>
              </a:lnSpc>
              <a:spcBef>
                <a:spcPts val="1800"/>
              </a:spcBef>
              <a:buClr>
                <a:srgbClr val="000000"/>
              </a:buClr>
              <a:buSzPct val="45000"/>
              <a:buFont typeface="Wingdings" charset="2"/>
              <a:buChar char=""/>
            </a:pPr>
            <a:r>
              <a:rPr b="0" lang="en-US" sz="6480" strike="noStrike" u="none">
                <a:solidFill>
                  <a:schemeClr val="dk1"/>
                </a:solidFill>
                <a:effectLst/>
                <a:uFillTx/>
                <a:latin typeface="Calibri"/>
              </a:rPr>
              <a:t>Fifth level</a:t>
            </a:r>
            <a:endParaRPr b="0" lang="en-US" sz="6480" strike="noStrike" u="none">
              <a:solidFill>
                <a:schemeClr val="dk1"/>
              </a:solidFill>
              <a:effectLst/>
              <a:uFillTx/>
              <a:latin typeface="Calibri"/>
            </a:endParaRPr>
          </a:p>
        </p:txBody>
      </p:sp>
      <p:sp>
        <p:nvSpPr>
          <p:cNvPr id="29" name="PlaceHolder 3"/>
          <p:cNvSpPr>
            <a:spLocks noGrp="1"/>
          </p:cNvSpPr>
          <p:nvPr>
            <p:ph type="body"/>
          </p:nvPr>
        </p:nvSpPr>
        <p:spPr>
          <a:xfrm>
            <a:off x="16665120" y="11684160"/>
            <a:ext cx="13989960" cy="27848160"/>
          </a:xfrm>
          <a:prstGeom prst="rect">
            <a:avLst/>
          </a:prstGeom>
          <a:noFill/>
          <a:ln w="0">
            <a:noFill/>
          </a:ln>
        </p:spPr>
        <p:txBody>
          <a:bodyPr lIns="91440" rIns="91440" tIns="45720" bIns="45720" anchor="t">
            <a:noAutofit/>
          </a:bodyPr>
          <a:p>
            <a:pPr marL="822960" indent="-822960" defTabSz="3291840">
              <a:lnSpc>
                <a:spcPct val="90000"/>
              </a:lnSpc>
              <a:spcBef>
                <a:spcPts val="3600"/>
              </a:spcBef>
              <a:buClr>
                <a:srgbClr val="000000"/>
              </a:buClr>
              <a:buFont typeface="Arial"/>
              <a:buChar char="•"/>
            </a:pPr>
            <a:r>
              <a:rPr b="0" lang="en-US" sz="10080" strike="noStrike" u="none">
                <a:solidFill>
                  <a:schemeClr val="dk1"/>
                </a:solidFill>
                <a:effectLst/>
                <a:uFillTx/>
                <a:latin typeface="Calibri"/>
              </a:rPr>
              <a:t>Click to edit Master text styles</a:t>
            </a:r>
            <a:endParaRPr b="0" lang="en-US" sz="10080" strike="noStrike" u="none">
              <a:solidFill>
                <a:schemeClr val="dk1"/>
              </a:solidFill>
              <a:effectLst/>
              <a:uFillTx/>
              <a:latin typeface="Calibri"/>
            </a:endParaRPr>
          </a:p>
          <a:p>
            <a:pPr lvl="1" marL="2468880" indent="-822960" defTabSz="3291840">
              <a:lnSpc>
                <a:spcPct val="90000"/>
              </a:lnSpc>
              <a:spcBef>
                <a:spcPts val="1800"/>
              </a:spcBef>
              <a:buClr>
                <a:srgbClr val="000000"/>
              </a:buClr>
              <a:buFont typeface="Arial"/>
              <a:buChar char="•"/>
            </a:pPr>
            <a:r>
              <a:rPr b="0" lang="en-US" sz="8640" strike="noStrike" u="none">
                <a:solidFill>
                  <a:schemeClr val="dk1"/>
                </a:solidFill>
                <a:effectLst/>
                <a:uFillTx/>
                <a:latin typeface="Calibri"/>
              </a:rPr>
              <a:t>Second level</a:t>
            </a:r>
            <a:endParaRPr b="0" lang="en-US" sz="8640" strike="noStrike" u="none">
              <a:solidFill>
                <a:schemeClr val="dk1"/>
              </a:solidFill>
              <a:effectLst/>
              <a:uFillTx/>
              <a:latin typeface="Calibri"/>
            </a:endParaRPr>
          </a:p>
          <a:p>
            <a:pPr lvl="2" marL="4114800" indent="-822960" defTabSz="3291840">
              <a:lnSpc>
                <a:spcPct val="90000"/>
              </a:lnSpc>
              <a:spcBef>
                <a:spcPts val="1800"/>
              </a:spcBef>
              <a:buClr>
                <a:srgbClr val="000000"/>
              </a:buClr>
              <a:buFont typeface="Arial"/>
              <a:buChar char="•"/>
            </a:pPr>
            <a:r>
              <a:rPr b="0" lang="en-US" sz="7200" strike="noStrike" u="none">
                <a:solidFill>
                  <a:schemeClr val="dk1"/>
                </a:solidFill>
                <a:effectLst/>
                <a:uFillTx/>
                <a:latin typeface="Calibri"/>
              </a:rPr>
              <a:t>Third level</a:t>
            </a:r>
            <a:endParaRPr b="0" lang="en-US" sz="7200" strike="noStrike" u="none">
              <a:solidFill>
                <a:schemeClr val="dk1"/>
              </a:solidFill>
              <a:effectLst/>
              <a:uFillTx/>
              <a:latin typeface="Calibri"/>
            </a:endParaRPr>
          </a:p>
          <a:p>
            <a:pPr lvl="3" marL="5760720" indent="-822960" defTabSz="3291840">
              <a:lnSpc>
                <a:spcPct val="90000"/>
              </a:lnSpc>
              <a:spcBef>
                <a:spcPts val="1800"/>
              </a:spcBef>
              <a:buClr>
                <a:srgbClr val="000000"/>
              </a:buClr>
              <a:buFont typeface="Arial"/>
              <a:buChar char="•"/>
            </a:pPr>
            <a:r>
              <a:rPr b="0" lang="en-US" sz="6480" strike="noStrike" u="none">
                <a:solidFill>
                  <a:schemeClr val="dk1"/>
                </a:solidFill>
                <a:effectLst/>
                <a:uFillTx/>
                <a:latin typeface="Calibri"/>
              </a:rPr>
              <a:t>Fourth level</a:t>
            </a:r>
            <a:endParaRPr b="0" lang="en-US" sz="6480" strike="noStrike" u="none">
              <a:solidFill>
                <a:schemeClr val="dk1"/>
              </a:solidFill>
              <a:effectLst/>
              <a:uFillTx/>
              <a:latin typeface="Calibri"/>
            </a:endParaRPr>
          </a:p>
          <a:p>
            <a:pPr lvl="4" marL="7406640" indent="-822960" defTabSz="3291840">
              <a:lnSpc>
                <a:spcPct val="90000"/>
              </a:lnSpc>
              <a:spcBef>
                <a:spcPts val="1800"/>
              </a:spcBef>
              <a:buClr>
                <a:srgbClr val="000000"/>
              </a:buClr>
              <a:buFont typeface="Arial"/>
              <a:buChar char="•"/>
            </a:pPr>
            <a:r>
              <a:rPr b="0" lang="en-US" sz="6480" strike="noStrike" u="none">
                <a:solidFill>
                  <a:schemeClr val="dk1"/>
                </a:solidFill>
                <a:effectLst/>
                <a:uFillTx/>
                <a:latin typeface="Calibri"/>
              </a:rPr>
              <a:t>Fifth level</a:t>
            </a:r>
            <a:endParaRPr b="0" lang="en-US" sz="6480" strike="noStrike" u="none">
              <a:solidFill>
                <a:schemeClr val="dk1"/>
              </a:solidFill>
              <a:effectLst/>
              <a:uFillTx/>
              <a:latin typeface="Calibri"/>
            </a:endParaRPr>
          </a:p>
        </p:txBody>
      </p:sp>
      <p:sp>
        <p:nvSpPr>
          <p:cNvPr id="30" name="PlaceHolder 4"/>
          <p:cNvSpPr>
            <a:spLocks noGrp="1"/>
          </p:cNvSpPr>
          <p:nvPr>
            <p:ph type="dt" idx="16"/>
          </p:nvPr>
        </p:nvSpPr>
        <p:spPr>
          <a:xfrm>
            <a:off x="2263320" y="40680720"/>
            <a:ext cx="7406280" cy="2336400"/>
          </a:xfrm>
          <a:prstGeom prst="rect">
            <a:avLst/>
          </a:prstGeom>
          <a:noFill/>
          <a:ln w="0">
            <a:noFill/>
          </a:ln>
        </p:spPr>
        <p:txBody>
          <a:bodyPr lIns="91440" rIns="91440" tIns="45720" bIns="45720" anchor="ctr">
            <a:noAutofit/>
          </a:bodyPr>
          <a:lstStyle>
            <a:lvl1pPr indent="0" defTabSz="3686760">
              <a:lnSpc>
                <a:spcPct val="100000"/>
              </a:lnSpc>
              <a:buNone/>
              <a:defRPr b="0" lang="en-US" sz="4320" strike="noStrike" u="none">
                <a:solidFill>
                  <a:schemeClr val="dk1">
                    <a:tint val="75000"/>
                  </a:schemeClr>
                </a:solidFill>
                <a:effectLst/>
                <a:uFillTx/>
                <a:latin typeface="Calibri"/>
              </a:defRPr>
            </a:lvl1pPr>
          </a:lstStyle>
          <a:p>
            <a:pPr indent="0" defTabSz="3686760">
              <a:lnSpc>
                <a:spcPct val="100000"/>
              </a:lnSpc>
              <a:buNone/>
            </a:pPr>
            <a:r>
              <a:rPr b="0" lang="en-US" sz="4320" strike="noStrike" u="none">
                <a:solidFill>
                  <a:schemeClr val="dk1">
                    <a:tint val="75000"/>
                  </a:schemeClr>
                </a:solidFill>
                <a:effectLst/>
                <a:uFillTx/>
                <a:latin typeface="Calibri"/>
              </a:rPr>
              <a:t>&lt;date/time&gt;</a:t>
            </a:r>
            <a:endParaRPr b="0" lang="en-US" sz="4320" strike="noStrike" u="none">
              <a:solidFill>
                <a:srgbClr val="000000"/>
              </a:solidFill>
              <a:effectLst/>
              <a:uFillTx/>
              <a:latin typeface="Times New Roman"/>
            </a:endParaRPr>
          </a:p>
        </p:txBody>
      </p:sp>
      <p:sp>
        <p:nvSpPr>
          <p:cNvPr id="31" name="PlaceHolder 5"/>
          <p:cNvSpPr>
            <a:spLocks noGrp="1"/>
          </p:cNvSpPr>
          <p:nvPr>
            <p:ph type="ftr" idx="17"/>
          </p:nvPr>
        </p:nvSpPr>
        <p:spPr>
          <a:xfrm>
            <a:off x="10904400" y="40680720"/>
            <a:ext cx="11109600" cy="2336400"/>
          </a:xfrm>
          <a:prstGeom prst="rect">
            <a:avLst/>
          </a:prstGeom>
          <a:noFill/>
          <a:ln w="0">
            <a:noFill/>
          </a:ln>
        </p:spPr>
        <p:txBody>
          <a:bodyPr lIns="91440" rIns="91440" tIns="45720" bIns="45720" anchor="ctr">
            <a:noAutofit/>
          </a:bodyPr>
          <a:lstStyle>
            <a:lvl1pPr indent="0" algn="ctr">
              <a:buNone/>
              <a:defRPr b="0" lang="en-US" sz="1400" strike="noStrike" u="none">
                <a:solidFill>
                  <a:srgbClr val="000000"/>
                </a:solidFill>
                <a:effectLst/>
                <a:uFillTx/>
                <a:latin typeface="Times New Roman"/>
              </a:defRPr>
            </a:lvl1pPr>
          </a:lstStyle>
          <a:p>
            <a:pPr indent="0" algn="ctr">
              <a:buNone/>
            </a:pPr>
            <a:r>
              <a:rPr b="0" lang="en-US" sz="1400" strike="noStrike" u="none">
                <a:solidFill>
                  <a:srgbClr val="000000"/>
                </a:solidFill>
                <a:effectLst/>
                <a:uFillTx/>
                <a:latin typeface="Times New Roman"/>
              </a:rPr>
              <a:t>&lt;footer&gt;</a:t>
            </a:r>
            <a:endParaRPr b="0" lang="en-US" sz="1400" strike="noStrike" u="none">
              <a:solidFill>
                <a:srgbClr val="000000"/>
              </a:solidFill>
              <a:effectLst/>
              <a:uFillTx/>
              <a:latin typeface="Times New Roman"/>
            </a:endParaRPr>
          </a:p>
        </p:txBody>
      </p:sp>
      <p:sp>
        <p:nvSpPr>
          <p:cNvPr id="32" name="PlaceHolder 6"/>
          <p:cNvSpPr>
            <a:spLocks noGrp="1"/>
          </p:cNvSpPr>
          <p:nvPr>
            <p:ph type="sldNum" idx="18"/>
          </p:nvPr>
        </p:nvSpPr>
        <p:spPr>
          <a:xfrm>
            <a:off x="23248800" y="40680720"/>
            <a:ext cx="7406280" cy="2336400"/>
          </a:xfrm>
          <a:prstGeom prst="rect">
            <a:avLst/>
          </a:prstGeom>
          <a:noFill/>
          <a:ln w="0">
            <a:noFill/>
          </a:ln>
        </p:spPr>
        <p:txBody>
          <a:bodyPr lIns="91440" rIns="91440" tIns="45720" bIns="45720" anchor="ctr">
            <a:noAutofit/>
          </a:bodyPr>
          <a:lstStyle>
            <a:lvl1pPr indent="0" algn="r" defTabSz="3686760">
              <a:lnSpc>
                <a:spcPct val="100000"/>
              </a:lnSpc>
              <a:buNone/>
              <a:defRPr b="0" lang="en-US" sz="4320" strike="noStrike" u="none">
                <a:solidFill>
                  <a:schemeClr val="dk1">
                    <a:tint val="75000"/>
                  </a:schemeClr>
                </a:solidFill>
                <a:effectLst/>
                <a:uFillTx/>
                <a:latin typeface="Calibri"/>
              </a:defRPr>
            </a:lvl1pPr>
          </a:lstStyle>
          <a:p>
            <a:pPr indent="0" algn="r" defTabSz="3686760">
              <a:lnSpc>
                <a:spcPct val="100000"/>
              </a:lnSpc>
              <a:buNone/>
            </a:pPr>
            <a:fld id="{279DB6D3-E0E8-4204-BC5D-7E4BD462E1B5}" type="slidenum">
              <a:rPr b="0" lang="en-US" sz="4320" strike="noStrike" u="none">
                <a:solidFill>
                  <a:schemeClr val="dk1">
                    <a:tint val="75000"/>
                  </a:schemeClr>
                </a:solidFill>
                <a:effectLst/>
                <a:uFillTx/>
                <a:latin typeface="Calibri"/>
              </a:rPr>
              <a:t>&lt;number&gt;</a:t>
            </a:fld>
            <a:endParaRPr b="0" lang="en-US" sz="4320" strike="noStrike" u="non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Master>
</file>

<file path=ppt/slideMasters/slideMaster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3" name="PlaceHolder 1"/>
          <p:cNvSpPr>
            <a:spLocks noGrp="1"/>
          </p:cNvSpPr>
          <p:nvPr>
            <p:ph type="title"/>
          </p:nvPr>
        </p:nvSpPr>
        <p:spPr>
          <a:xfrm>
            <a:off x="2267280" y="2336760"/>
            <a:ext cx="28391760" cy="8483400"/>
          </a:xfrm>
          <a:prstGeom prst="rect">
            <a:avLst/>
          </a:prstGeom>
          <a:noFill/>
          <a:ln w="0">
            <a:noFill/>
          </a:ln>
        </p:spPr>
        <p:txBody>
          <a:bodyPr lIns="91440" rIns="91440" tIns="45720" bIns="45720" anchor="ctr">
            <a:noAutofit/>
          </a:bodyPr>
          <a:p>
            <a:pPr indent="0" defTabSz="3291840">
              <a:lnSpc>
                <a:spcPct val="90000"/>
              </a:lnSpc>
              <a:buNone/>
            </a:pPr>
            <a:r>
              <a:rPr b="0" lang="en-US" sz="15839" strike="noStrike" u="none">
                <a:solidFill>
                  <a:schemeClr val="dk1"/>
                </a:solidFill>
                <a:effectLst/>
                <a:uFillTx/>
                <a:latin typeface="Calibri Light"/>
              </a:rPr>
              <a:t>Click to edit Master title style</a:t>
            </a:r>
            <a:endParaRPr b="0" lang="en-US" sz="15839" strike="noStrike" u="none">
              <a:solidFill>
                <a:schemeClr val="dk1"/>
              </a:solidFill>
              <a:effectLst/>
              <a:uFillTx/>
              <a:latin typeface="Calibri"/>
            </a:endParaRPr>
          </a:p>
        </p:txBody>
      </p:sp>
      <p:sp>
        <p:nvSpPr>
          <p:cNvPr id="34" name="PlaceHolder 2"/>
          <p:cNvSpPr>
            <a:spLocks noGrp="1"/>
          </p:cNvSpPr>
          <p:nvPr>
            <p:ph type="body"/>
          </p:nvPr>
        </p:nvSpPr>
        <p:spPr>
          <a:xfrm>
            <a:off x="2267280" y="10759320"/>
            <a:ext cx="13925520" cy="5272560"/>
          </a:xfrm>
          <a:prstGeom prst="rect">
            <a:avLst/>
          </a:prstGeom>
          <a:noFill/>
          <a:ln w="0">
            <a:noFill/>
          </a:ln>
        </p:spPr>
        <p:txBody>
          <a:bodyPr lIns="91440" rIns="91440" tIns="45720" bIns="45720" anchor="b">
            <a:noAutofit/>
          </a:bodyPr>
          <a:p>
            <a:pPr marL="432000" indent="-324000" defTabSz="3291840">
              <a:lnSpc>
                <a:spcPct val="90000"/>
              </a:lnSpc>
              <a:spcBef>
                <a:spcPts val="3600"/>
              </a:spcBef>
              <a:buClr>
                <a:srgbClr val="000000"/>
              </a:buClr>
              <a:buSzPct val="45000"/>
              <a:buFont typeface="Wingdings" charset="2"/>
              <a:buChar char=""/>
              <a:tabLst>
                <a:tab algn="l" pos="0"/>
              </a:tabLst>
            </a:pPr>
            <a:r>
              <a:rPr b="1" lang="en-US" sz="8640" strike="noStrike" u="none">
                <a:solidFill>
                  <a:schemeClr val="dk1"/>
                </a:solidFill>
                <a:effectLst/>
                <a:uFillTx/>
                <a:latin typeface="Calibri"/>
              </a:rPr>
              <a:t>Click to edit Master text styles</a:t>
            </a:r>
            <a:endParaRPr b="0" lang="en-US" sz="8640" strike="noStrike" u="none">
              <a:solidFill>
                <a:schemeClr val="dk1"/>
              </a:solidFill>
              <a:effectLst/>
              <a:uFillTx/>
              <a:latin typeface="Calibri"/>
            </a:endParaRPr>
          </a:p>
        </p:txBody>
      </p:sp>
      <p:sp>
        <p:nvSpPr>
          <p:cNvPr id="35" name="PlaceHolder 3"/>
          <p:cNvSpPr>
            <a:spLocks noGrp="1"/>
          </p:cNvSpPr>
          <p:nvPr>
            <p:ph type="body"/>
          </p:nvPr>
        </p:nvSpPr>
        <p:spPr>
          <a:xfrm>
            <a:off x="2267280" y="16032600"/>
            <a:ext cx="13925520" cy="23581080"/>
          </a:xfrm>
          <a:prstGeom prst="rect">
            <a:avLst/>
          </a:prstGeom>
          <a:noFill/>
          <a:ln w="0">
            <a:noFill/>
          </a:ln>
        </p:spPr>
        <p:txBody>
          <a:bodyPr lIns="91440" rIns="91440" tIns="45720" bIns="45720" anchor="t">
            <a:noAutofit/>
          </a:bodyPr>
          <a:p>
            <a:pPr marL="822960" indent="-822960" defTabSz="3291840">
              <a:lnSpc>
                <a:spcPct val="90000"/>
              </a:lnSpc>
              <a:spcBef>
                <a:spcPts val="3600"/>
              </a:spcBef>
              <a:buClr>
                <a:srgbClr val="000000"/>
              </a:buClr>
              <a:buFont typeface="Arial"/>
              <a:buChar char="•"/>
            </a:pPr>
            <a:r>
              <a:rPr b="0" lang="en-US" sz="10080" strike="noStrike" u="none">
                <a:solidFill>
                  <a:schemeClr val="dk1"/>
                </a:solidFill>
                <a:effectLst/>
                <a:uFillTx/>
                <a:latin typeface="Calibri"/>
              </a:rPr>
              <a:t>Click to edit Master text styles</a:t>
            </a:r>
            <a:endParaRPr b="0" lang="en-US" sz="10080" strike="noStrike" u="none">
              <a:solidFill>
                <a:schemeClr val="dk1"/>
              </a:solidFill>
              <a:effectLst/>
              <a:uFillTx/>
              <a:latin typeface="Calibri"/>
            </a:endParaRPr>
          </a:p>
          <a:p>
            <a:pPr lvl="1" marL="2468880" indent="-822960" defTabSz="3291840">
              <a:lnSpc>
                <a:spcPct val="90000"/>
              </a:lnSpc>
              <a:spcBef>
                <a:spcPts val="1800"/>
              </a:spcBef>
              <a:buClr>
                <a:srgbClr val="000000"/>
              </a:buClr>
              <a:buFont typeface="Arial"/>
              <a:buChar char="•"/>
            </a:pPr>
            <a:r>
              <a:rPr b="0" lang="en-US" sz="8640" strike="noStrike" u="none">
                <a:solidFill>
                  <a:schemeClr val="dk1"/>
                </a:solidFill>
                <a:effectLst/>
                <a:uFillTx/>
                <a:latin typeface="Calibri"/>
              </a:rPr>
              <a:t>Second level</a:t>
            </a:r>
            <a:endParaRPr b="0" lang="en-US" sz="8640" strike="noStrike" u="none">
              <a:solidFill>
                <a:schemeClr val="dk1"/>
              </a:solidFill>
              <a:effectLst/>
              <a:uFillTx/>
              <a:latin typeface="Calibri"/>
            </a:endParaRPr>
          </a:p>
          <a:p>
            <a:pPr lvl="2" marL="4114800" indent="-822960" defTabSz="3291840">
              <a:lnSpc>
                <a:spcPct val="90000"/>
              </a:lnSpc>
              <a:spcBef>
                <a:spcPts val="1800"/>
              </a:spcBef>
              <a:buClr>
                <a:srgbClr val="000000"/>
              </a:buClr>
              <a:buFont typeface="Arial"/>
              <a:buChar char="•"/>
            </a:pPr>
            <a:r>
              <a:rPr b="0" lang="en-US" sz="7200" strike="noStrike" u="none">
                <a:solidFill>
                  <a:schemeClr val="dk1"/>
                </a:solidFill>
                <a:effectLst/>
                <a:uFillTx/>
                <a:latin typeface="Calibri"/>
              </a:rPr>
              <a:t>Third level</a:t>
            </a:r>
            <a:endParaRPr b="0" lang="en-US" sz="7200" strike="noStrike" u="none">
              <a:solidFill>
                <a:schemeClr val="dk1"/>
              </a:solidFill>
              <a:effectLst/>
              <a:uFillTx/>
              <a:latin typeface="Calibri"/>
            </a:endParaRPr>
          </a:p>
          <a:p>
            <a:pPr lvl="3" marL="5760720" indent="-822960" defTabSz="3291840">
              <a:lnSpc>
                <a:spcPct val="90000"/>
              </a:lnSpc>
              <a:spcBef>
                <a:spcPts val="1800"/>
              </a:spcBef>
              <a:buClr>
                <a:srgbClr val="000000"/>
              </a:buClr>
              <a:buFont typeface="Arial"/>
              <a:buChar char="•"/>
            </a:pPr>
            <a:r>
              <a:rPr b="0" lang="en-US" sz="6480" strike="noStrike" u="none">
                <a:solidFill>
                  <a:schemeClr val="dk1"/>
                </a:solidFill>
                <a:effectLst/>
                <a:uFillTx/>
                <a:latin typeface="Calibri"/>
              </a:rPr>
              <a:t>Fourth level</a:t>
            </a:r>
            <a:endParaRPr b="0" lang="en-US" sz="6480" strike="noStrike" u="none">
              <a:solidFill>
                <a:schemeClr val="dk1"/>
              </a:solidFill>
              <a:effectLst/>
              <a:uFillTx/>
              <a:latin typeface="Calibri"/>
            </a:endParaRPr>
          </a:p>
          <a:p>
            <a:pPr lvl="4" marL="7406640" indent="-822960" defTabSz="3291840">
              <a:lnSpc>
                <a:spcPct val="90000"/>
              </a:lnSpc>
              <a:spcBef>
                <a:spcPts val="1800"/>
              </a:spcBef>
              <a:buClr>
                <a:srgbClr val="000000"/>
              </a:buClr>
              <a:buFont typeface="Arial"/>
              <a:buChar char="•"/>
            </a:pPr>
            <a:r>
              <a:rPr b="0" lang="en-US" sz="6480" strike="noStrike" u="none">
                <a:solidFill>
                  <a:schemeClr val="dk1"/>
                </a:solidFill>
                <a:effectLst/>
                <a:uFillTx/>
                <a:latin typeface="Calibri"/>
              </a:rPr>
              <a:t>Fifth level</a:t>
            </a:r>
            <a:endParaRPr b="0" lang="en-US" sz="6480" strike="noStrike" u="none">
              <a:solidFill>
                <a:schemeClr val="dk1"/>
              </a:solidFill>
              <a:effectLst/>
              <a:uFillTx/>
              <a:latin typeface="Calibri"/>
            </a:endParaRPr>
          </a:p>
        </p:txBody>
      </p:sp>
      <p:sp>
        <p:nvSpPr>
          <p:cNvPr id="36" name="PlaceHolder 4"/>
          <p:cNvSpPr>
            <a:spLocks noGrp="1"/>
          </p:cNvSpPr>
          <p:nvPr>
            <p:ph type="body"/>
          </p:nvPr>
        </p:nvSpPr>
        <p:spPr>
          <a:xfrm>
            <a:off x="16665120" y="10759320"/>
            <a:ext cx="13994280" cy="5272560"/>
          </a:xfrm>
          <a:prstGeom prst="rect">
            <a:avLst/>
          </a:prstGeom>
          <a:noFill/>
          <a:ln w="0">
            <a:noFill/>
          </a:ln>
        </p:spPr>
        <p:txBody>
          <a:bodyPr lIns="91440" rIns="91440" tIns="45720" bIns="45720" anchor="b">
            <a:noAutofit/>
          </a:bodyPr>
          <a:p>
            <a:pPr indent="0" defTabSz="3291840">
              <a:lnSpc>
                <a:spcPct val="90000"/>
              </a:lnSpc>
              <a:spcBef>
                <a:spcPts val="3600"/>
              </a:spcBef>
              <a:buNone/>
              <a:tabLst>
                <a:tab algn="l" pos="0"/>
              </a:tabLst>
            </a:pPr>
            <a:r>
              <a:rPr b="1" lang="en-US" sz="8640" strike="noStrike" u="none">
                <a:solidFill>
                  <a:schemeClr val="dk1"/>
                </a:solidFill>
                <a:effectLst/>
                <a:uFillTx/>
                <a:latin typeface="Calibri"/>
              </a:rPr>
              <a:t>Click to edit Master text styles</a:t>
            </a:r>
            <a:endParaRPr b="0" lang="en-US" sz="8640" strike="noStrike" u="none">
              <a:solidFill>
                <a:schemeClr val="dk1"/>
              </a:solidFill>
              <a:effectLst/>
              <a:uFillTx/>
              <a:latin typeface="Calibri"/>
            </a:endParaRPr>
          </a:p>
        </p:txBody>
      </p:sp>
      <p:sp>
        <p:nvSpPr>
          <p:cNvPr id="37" name="PlaceHolder 5"/>
          <p:cNvSpPr>
            <a:spLocks noGrp="1"/>
          </p:cNvSpPr>
          <p:nvPr>
            <p:ph type="body"/>
          </p:nvPr>
        </p:nvSpPr>
        <p:spPr>
          <a:xfrm>
            <a:off x="16665120" y="16032600"/>
            <a:ext cx="13994280" cy="23581080"/>
          </a:xfrm>
          <a:prstGeom prst="rect">
            <a:avLst/>
          </a:prstGeom>
          <a:noFill/>
          <a:ln w="0">
            <a:noFill/>
          </a:ln>
        </p:spPr>
        <p:txBody>
          <a:bodyPr lIns="91440" rIns="91440" tIns="45720" bIns="45720" anchor="t">
            <a:noAutofit/>
          </a:bodyPr>
          <a:p>
            <a:pPr marL="822960" indent="-822960" defTabSz="3291840">
              <a:lnSpc>
                <a:spcPct val="90000"/>
              </a:lnSpc>
              <a:spcBef>
                <a:spcPts val="3600"/>
              </a:spcBef>
              <a:buClr>
                <a:srgbClr val="000000"/>
              </a:buClr>
              <a:buFont typeface="Arial"/>
              <a:buChar char="•"/>
            </a:pPr>
            <a:r>
              <a:rPr b="0" lang="en-US" sz="10080" strike="noStrike" u="none">
                <a:solidFill>
                  <a:schemeClr val="dk1"/>
                </a:solidFill>
                <a:effectLst/>
                <a:uFillTx/>
                <a:latin typeface="Calibri"/>
              </a:rPr>
              <a:t>Click to edit Master text styles</a:t>
            </a:r>
            <a:endParaRPr b="0" lang="en-US" sz="10080" strike="noStrike" u="none">
              <a:solidFill>
                <a:schemeClr val="dk1"/>
              </a:solidFill>
              <a:effectLst/>
              <a:uFillTx/>
              <a:latin typeface="Calibri"/>
            </a:endParaRPr>
          </a:p>
          <a:p>
            <a:pPr lvl="1" marL="2468880" indent="-822960" defTabSz="3291840">
              <a:lnSpc>
                <a:spcPct val="90000"/>
              </a:lnSpc>
              <a:spcBef>
                <a:spcPts val="1800"/>
              </a:spcBef>
              <a:buClr>
                <a:srgbClr val="000000"/>
              </a:buClr>
              <a:buFont typeface="Arial"/>
              <a:buChar char="•"/>
            </a:pPr>
            <a:r>
              <a:rPr b="0" lang="en-US" sz="8640" strike="noStrike" u="none">
                <a:solidFill>
                  <a:schemeClr val="dk1"/>
                </a:solidFill>
                <a:effectLst/>
                <a:uFillTx/>
                <a:latin typeface="Calibri"/>
              </a:rPr>
              <a:t>Second level</a:t>
            </a:r>
            <a:endParaRPr b="0" lang="en-US" sz="8640" strike="noStrike" u="none">
              <a:solidFill>
                <a:schemeClr val="dk1"/>
              </a:solidFill>
              <a:effectLst/>
              <a:uFillTx/>
              <a:latin typeface="Calibri"/>
            </a:endParaRPr>
          </a:p>
          <a:p>
            <a:pPr lvl="2" marL="4114800" indent="-822960" defTabSz="3291840">
              <a:lnSpc>
                <a:spcPct val="90000"/>
              </a:lnSpc>
              <a:spcBef>
                <a:spcPts val="1800"/>
              </a:spcBef>
              <a:buClr>
                <a:srgbClr val="000000"/>
              </a:buClr>
              <a:buFont typeface="Arial"/>
              <a:buChar char="•"/>
            </a:pPr>
            <a:r>
              <a:rPr b="0" lang="en-US" sz="7200" strike="noStrike" u="none">
                <a:solidFill>
                  <a:schemeClr val="dk1"/>
                </a:solidFill>
                <a:effectLst/>
                <a:uFillTx/>
                <a:latin typeface="Calibri"/>
              </a:rPr>
              <a:t>Third level</a:t>
            </a:r>
            <a:endParaRPr b="0" lang="en-US" sz="7200" strike="noStrike" u="none">
              <a:solidFill>
                <a:schemeClr val="dk1"/>
              </a:solidFill>
              <a:effectLst/>
              <a:uFillTx/>
              <a:latin typeface="Calibri"/>
            </a:endParaRPr>
          </a:p>
          <a:p>
            <a:pPr lvl="3" marL="5760720" indent="-822960" defTabSz="3291840">
              <a:lnSpc>
                <a:spcPct val="90000"/>
              </a:lnSpc>
              <a:spcBef>
                <a:spcPts val="1800"/>
              </a:spcBef>
              <a:buClr>
                <a:srgbClr val="000000"/>
              </a:buClr>
              <a:buFont typeface="Arial"/>
              <a:buChar char="•"/>
            </a:pPr>
            <a:r>
              <a:rPr b="0" lang="en-US" sz="6480" strike="noStrike" u="none">
                <a:solidFill>
                  <a:schemeClr val="dk1"/>
                </a:solidFill>
                <a:effectLst/>
                <a:uFillTx/>
                <a:latin typeface="Calibri"/>
              </a:rPr>
              <a:t>Fourth level</a:t>
            </a:r>
            <a:endParaRPr b="0" lang="en-US" sz="6480" strike="noStrike" u="none">
              <a:solidFill>
                <a:schemeClr val="dk1"/>
              </a:solidFill>
              <a:effectLst/>
              <a:uFillTx/>
              <a:latin typeface="Calibri"/>
            </a:endParaRPr>
          </a:p>
          <a:p>
            <a:pPr lvl="4" marL="7406640" indent="-822960" defTabSz="3291840">
              <a:lnSpc>
                <a:spcPct val="90000"/>
              </a:lnSpc>
              <a:spcBef>
                <a:spcPts val="1800"/>
              </a:spcBef>
              <a:buClr>
                <a:srgbClr val="000000"/>
              </a:buClr>
              <a:buFont typeface="Arial"/>
              <a:buChar char="•"/>
            </a:pPr>
            <a:r>
              <a:rPr b="0" lang="en-US" sz="6480" strike="noStrike" u="none">
                <a:solidFill>
                  <a:schemeClr val="dk1"/>
                </a:solidFill>
                <a:effectLst/>
                <a:uFillTx/>
                <a:latin typeface="Calibri"/>
              </a:rPr>
              <a:t>Fifth level</a:t>
            </a:r>
            <a:endParaRPr b="0" lang="en-US" sz="6480" strike="noStrike" u="none">
              <a:solidFill>
                <a:schemeClr val="dk1"/>
              </a:solidFill>
              <a:effectLst/>
              <a:uFillTx/>
              <a:latin typeface="Calibri"/>
            </a:endParaRPr>
          </a:p>
        </p:txBody>
      </p:sp>
      <p:sp>
        <p:nvSpPr>
          <p:cNvPr id="38" name="PlaceHolder 6"/>
          <p:cNvSpPr>
            <a:spLocks noGrp="1"/>
          </p:cNvSpPr>
          <p:nvPr>
            <p:ph type="dt" idx="19"/>
          </p:nvPr>
        </p:nvSpPr>
        <p:spPr>
          <a:xfrm>
            <a:off x="2263320" y="40680720"/>
            <a:ext cx="7406280" cy="2336400"/>
          </a:xfrm>
          <a:prstGeom prst="rect">
            <a:avLst/>
          </a:prstGeom>
          <a:noFill/>
          <a:ln w="0">
            <a:noFill/>
          </a:ln>
        </p:spPr>
        <p:txBody>
          <a:bodyPr lIns="91440" rIns="91440" tIns="45720" bIns="45720" anchor="ctr">
            <a:noAutofit/>
          </a:bodyPr>
          <a:lstStyle>
            <a:lvl1pPr indent="0" defTabSz="3686760">
              <a:lnSpc>
                <a:spcPct val="100000"/>
              </a:lnSpc>
              <a:buNone/>
              <a:defRPr b="0" lang="en-US" sz="4320" strike="noStrike" u="none">
                <a:solidFill>
                  <a:schemeClr val="dk1">
                    <a:tint val="75000"/>
                  </a:schemeClr>
                </a:solidFill>
                <a:effectLst/>
                <a:uFillTx/>
                <a:latin typeface="Calibri"/>
              </a:defRPr>
            </a:lvl1pPr>
          </a:lstStyle>
          <a:p>
            <a:pPr indent="0" defTabSz="3686760">
              <a:lnSpc>
                <a:spcPct val="100000"/>
              </a:lnSpc>
              <a:buNone/>
            </a:pPr>
            <a:r>
              <a:rPr b="0" lang="en-US" sz="4320" strike="noStrike" u="none">
                <a:solidFill>
                  <a:schemeClr val="dk1">
                    <a:tint val="75000"/>
                  </a:schemeClr>
                </a:solidFill>
                <a:effectLst/>
                <a:uFillTx/>
                <a:latin typeface="Calibri"/>
              </a:rPr>
              <a:t>&lt;date/time&gt;</a:t>
            </a:r>
            <a:endParaRPr b="0" lang="en-US" sz="4320" strike="noStrike" u="none">
              <a:solidFill>
                <a:srgbClr val="000000"/>
              </a:solidFill>
              <a:effectLst/>
              <a:uFillTx/>
              <a:latin typeface="Times New Roman"/>
            </a:endParaRPr>
          </a:p>
        </p:txBody>
      </p:sp>
      <p:sp>
        <p:nvSpPr>
          <p:cNvPr id="39" name="PlaceHolder 7"/>
          <p:cNvSpPr>
            <a:spLocks noGrp="1"/>
          </p:cNvSpPr>
          <p:nvPr>
            <p:ph type="ftr" idx="20"/>
          </p:nvPr>
        </p:nvSpPr>
        <p:spPr>
          <a:xfrm>
            <a:off x="10904400" y="40680720"/>
            <a:ext cx="11109600" cy="2336400"/>
          </a:xfrm>
          <a:prstGeom prst="rect">
            <a:avLst/>
          </a:prstGeom>
          <a:noFill/>
          <a:ln w="0">
            <a:noFill/>
          </a:ln>
        </p:spPr>
        <p:txBody>
          <a:bodyPr lIns="91440" rIns="91440" tIns="45720" bIns="45720" anchor="ctr">
            <a:noAutofit/>
          </a:bodyPr>
          <a:lstStyle>
            <a:lvl1pPr indent="0" algn="ctr">
              <a:buNone/>
              <a:defRPr b="0" lang="en-US" sz="1400" strike="noStrike" u="none">
                <a:solidFill>
                  <a:srgbClr val="000000"/>
                </a:solidFill>
                <a:effectLst/>
                <a:uFillTx/>
                <a:latin typeface="Times New Roman"/>
              </a:defRPr>
            </a:lvl1pPr>
          </a:lstStyle>
          <a:p>
            <a:pPr indent="0" algn="ctr">
              <a:buNone/>
            </a:pPr>
            <a:r>
              <a:rPr b="0" lang="en-US" sz="1400" strike="noStrike" u="none">
                <a:solidFill>
                  <a:srgbClr val="000000"/>
                </a:solidFill>
                <a:effectLst/>
                <a:uFillTx/>
                <a:latin typeface="Times New Roman"/>
              </a:rPr>
              <a:t>&lt;footer&gt;</a:t>
            </a:r>
            <a:endParaRPr b="0" lang="en-US" sz="1400" strike="noStrike" u="none">
              <a:solidFill>
                <a:srgbClr val="000000"/>
              </a:solidFill>
              <a:effectLst/>
              <a:uFillTx/>
              <a:latin typeface="Times New Roman"/>
            </a:endParaRPr>
          </a:p>
        </p:txBody>
      </p:sp>
      <p:sp>
        <p:nvSpPr>
          <p:cNvPr id="40" name="PlaceHolder 8"/>
          <p:cNvSpPr>
            <a:spLocks noGrp="1"/>
          </p:cNvSpPr>
          <p:nvPr>
            <p:ph type="sldNum" idx="21"/>
          </p:nvPr>
        </p:nvSpPr>
        <p:spPr>
          <a:xfrm>
            <a:off x="23248800" y="40680720"/>
            <a:ext cx="7406280" cy="2336400"/>
          </a:xfrm>
          <a:prstGeom prst="rect">
            <a:avLst/>
          </a:prstGeom>
          <a:noFill/>
          <a:ln w="0">
            <a:noFill/>
          </a:ln>
        </p:spPr>
        <p:txBody>
          <a:bodyPr lIns="91440" rIns="91440" tIns="45720" bIns="45720" anchor="ctr">
            <a:noAutofit/>
          </a:bodyPr>
          <a:lstStyle>
            <a:lvl1pPr indent="0" algn="r" defTabSz="3686760">
              <a:lnSpc>
                <a:spcPct val="100000"/>
              </a:lnSpc>
              <a:buNone/>
              <a:defRPr b="0" lang="en-US" sz="4320" strike="noStrike" u="none">
                <a:solidFill>
                  <a:schemeClr val="dk1">
                    <a:tint val="75000"/>
                  </a:schemeClr>
                </a:solidFill>
                <a:effectLst/>
                <a:uFillTx/>
                <a:latin typeface="Calibri"/>
              </a:defRPr>
            </a:lvl1pPr>
          </a:lstStyle>
          <a:p>
            <a:pPr indent="0" algn="r" defTabSz="3686760">
              <a:lnSpc>
                <a:spcPct val="100000"/>
              </a:lnSpc>
              <a:buNone/>
            </a:pPr>
            <a:fld id="{F03016C3-52A2-4E74-88DD-4DE6BE893C79}" type="slidenum">
              <a:rPr b="0" lang="en-US" sz="4320" strike="noStrike" u="none">
                <a:solidFill>
                  <a:schemeClr val="dk1">
                    <a:tint val="75000"/>
                  </a:schemeClr>
                </a:solidFill>
                <a:effectLst/>
                <a:uFillTx/>
                <a:latin typeface="Calibri"/>
              </a:rPr>
              <a:t>&lt;number&gt;</a:t>
            </a:fld>
            <a:endParaRPr b="0" lang="en-US" sz="4320" strike="noStrike" u="non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Master>
</file>

<file path=ppt/slideMasters/slideMaster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1" name="PlaceHolder 1"/>
          <p:cNvSpPr>
            <a:spLocks noGrp="1"/>
          </p:cNvSpPr>
          <p:nvPr>
            <p:ph type="title"/>
          </p:nvPr>
        </p:nvSpPr>
        <p:spPr>
          <a:xfrm>
            <a:off x="2263320" y="2336760"/>
            <a:ext cx="28391760" cy="8483400"/>
          </a:xfrm>
          <a:prstGeom prst="rect">
            <a:avLst/>
          </a:prstGeom>
          <a:noFill/>
          <a:ln w="0">
            <a:noFill/>
          </a:ln>
        </p:spPr>
        <p:txBody>
          <a:bodyPr lIns="91440" rIns="91440" tIns="45720" bIns="45720" anchor="ctr">
            <a:noAutofit/>
          </a:bodyPr>
          <a:p>
            <a:pPr indent="0" defTabSz="3291840">
              <a:lnSpc>
                <a:spcPct val="90000"/>
              </a:lnSpc>
              <a:buNone/>
            </a:pPr>
            <a:r>
              <a:rPr b="0" lang="en-US" sz="15839" strike="noStrike" u="none">
                <a:solidFill>
                  <a:schemeClr val="dk1"/>
                </a:solidFill>
                <a:effectLst/>
                <a:uFillTx/>
                <a:latin typeface="Calibri Light"/>
              </a:rPr>
              <a:t>Click to edit Master title style</a:t>
            </a:r>
            <a:endParaRPr b="0" lang="en-US" sz="15839" strike="noStrike" u="none">
              <a:solidFill>
                <a:schemeClr val="dk1"/>
              </a:solidFill>
              <a:effectLst/>
              <a:uFillTx/>
              <a:latin typeface="Calibri"/>
            </a:endParaRPr>
          </a:p>
        </p:txBody>
      </p:sp>
      <p:sp>
        <p:nvSpPr>
          <p:cNvPr id="42" name="PlaceHolder 2"/>
          <p:cNvSpPr>
            <a:spLocks noGrp="1"/>
          </p:cNvSpPr>
          <p:nvPr>
            <p:ph type="dt" idx="22"/>
          </p:nvPr>
        </p:nvSpPr>
        <p:spPr>
          <a:xfrm>
            <a:off x="2263320" y="40680720"/>
            <a:ext cx="7406280" cy="2336400"/>
          </a:xfrm>
          <a:prstGeom prst="rect">
            <a:avLst/>
          </a:prstGeom>
          <a:noFill/>
          <a:ln w="0">
            <a:noFill/>
          </a:ln>
        </p:spPr>
        <p:txBody>
          <a:bodyPr lIns="91440" rIns="91440" tIns="45720" bIns="45720" anchor="ctr">
            <a:noAutofit/>
          </a:bodyPr>
          <a:lstStyle>
            <a:lvl1pPr indent="0" defTabSz="3686760">
              <a:lnSpc>
                <a:spcPct val="100000"/>
              </a:lnSpc>
              <a:buNone/>
              <a:defRPr b="0" lang="en-US" sz="4320" strike="noStrike" u="none">
                <a:solidFill>
                  <a:schemeClr val="dk1">
                    <a:tint val="75000"/>
                  </a:schemeClr>
                </a:solidFill>
                <a:effectLst/>
                <a:uFillTx/>
                <a:latin typeface="Calibri"/>
              </a:defRPr>
            </a:lvl1pPr>
          </a:lstStyle>
          <a:p>
            <a:pPr indent="0" defTabSz="3686760">
              <a:lnSpc>
                <a:spcPct val="100000"/>
              </a:lnSpc>
              <a:buNone/>
            </a:pPr>
            <a:r>
              <a:rPr b="0" lang="en-US" sz="4320" strike="noStrike" u="none">
                <a:solidFill>
                  <a:schemeClr val="dk1">
                    <a:tint val="75000"/>
                  </a:schemeClr>
                </a:solidFill>
                <a:effectLst/>
                <a:uFillTx/>
                <a:latin typeface="Calibri"/>
              </a:rPr>
              <a:t>&lt;date/time&gt;</a:t>
            </a:r>
            <a:endParaRPr b="0" lang="en-US" sz="4320" strike="noStrike" u="none">
              <a:solidFill>
                <a:srgbClr val="000000"/>
              </a:solidFill>
              <a:effectLst/>
              <a:uFillTx/>
              <a:latin typeface="Times New Roman"/>
            </a:endParaRPr>
          </a:p>
        </p:txBody>
      </p:sp>
      <p:sp>
        <p:nvSpPr>
          <p:cNvPr id="43" name="PlaceHolder 3"/>
          <p:cNvSpPr>
            <a:spLocks noGrp="1"/>
          </p:cNvSpPr>
          <p:nvPr>
            <p:ph type="ftr" idx="23"/>
          </p:nvPr>
        </p:nvSpPr>
        <p:spPr>
          <a:xfrm>
            <a:off x="10904400" y="40680720"/>
            <a:ext cx="11109600" cy="2336400"/>
          </a:xfrm>
          <a:prstGeom prst="rect">
            <a:avLst/>
          </a:prstGeom>
          <a:noFill/>
          <a:ln w="0">
            <a:noFill/>
          </a:ln>
        </p:spPr>
        <p:txBody>
          <a:bodyPr lIns="91440" rIns="91440" tIns="45720" bIns="45720" anchor="ctr">
            <a:noAutofit/>
          </a:bodyPr>
          <a:lstStyle>
            <a:lvl1pPr indent="0" algn="ctr">
              <a:buNone/>
              <a:defRPr b="0" lang="en-US" sz="1400" strike="noStrike" u="none">
                <a:solidFill>
                  <a:srgbClr val="000000"/>
                </a:solidFill>
                <a:effectLst/>
                <a:uFillTx/>
                <a:latin typeface="Times New Roman"/>
              </a:defRPr>
            </a:lvl1pPr>
          </a:lstStyle>
          <a:p>
            <a:pPr indent="0" algn="ctr">
              <a:buNone/>
            </a:pPr>
            <a:r>
              <a:rPr b="0" lang="en-US" sz="1400" strike="noStrike" u="none">
                <a:solidFill>
                  <a:srgbClr val="000000"/>
                </a:solidFill>
                <a:effectLst/>
                <a:uFillTx/>
                <a:latin typeface="Times New Roman"/>
              </a:rPr>
              <a:t>&lt;footer&gt;</a:t>
            </a:r>
            <a:endParaRPr b="0" lang="en-US" sz="1400" strike="noStrike" u="none">
              <a:solidFill>
                <a:srgbClr val="000000"/>
              </a:solidFill>
              <a:effectLst/>
              <a:uFillTx/>
              <a:latin typeface="Times New Roman"/>
            </a:endParaRPr>
          </a:p>
        </p:txBody>
      </p:sp>
      <p:sp>
        <p:nvSpPr>
          <p:cNvPr id="44" name="PlaceHolder 4"/>
          <p:cNvSpPr>
            <a:spLocks noGrp="1"/>
          </p:cNvSpPr>
          <p:nvPr>
            <p:ph type="sldNum" idx="24"/>
          </p:nvPr>
        </p:nvSpPr>
        <p:spPr>
          <a:xfrm>
            <a:off x="23248800" y="40680720"/>
            <a:ext cx="7406280" cy="2336400"/>
          </a:xfrm>
          <a:prstGeom prst="rect">
            <a:avLst/>
          </a:prstGeom>
          <a:noFill/>
          <a:ln w="0">
            <a:noFill/>
          </a:ln>
        </p:spPr>
        <p:txBody>
          <a:bodyPr lIns="91440" rIns="91440" tIns="45720" bIns="45720" anchor="ctr">
            <a:noAutofit/>
          </a:bodyPr>
          <a:lstStyle>
            <a:lvl1pPr indent="0" algn="r" defTabSz="3686760">
              <a:lnSpc>
                <a:spcPct val="100000"/>
              </a:lnSpc>
              <a:buNone/>
              <a:defRPr b="0" lang="en-US" sz="4320" strike="noStrike" u="none">
                <a:solidFill>
                  <a:schemeClr val="dk1">
                    <a:tint val="75000"/>
                  </a:schemeClr>
                </a:solidFill>
                <a:effectLst/>
                <a:uFillTx/>
                <a:latin typeface="Calibri"/>
              </a:defRPr>
            </a:lvl1pPr>
          </a:lstStyle>
          <a:p>
            <a:pPr indent="0" algn="r" defTabSz="3686760">
              <a:lnSpc>
                <a:spcPct val="100000"/>
              </a:lnSpc>
              <a:buNone/>
            </a:pPr>
            <a:fld id="{85F6135C-8DDF-4B06-B8A3-139D664EE150}" type="slidenum">
              <a:rPr b="0" lang="en-US" sz="4320" strike="noStrike" u="none">
                <a:solidFill>
                  <a:schemeClr val="dk1">
                    <a:tint val="75000"/>
                  </a:schemeClr>
                </a:solidFill>
                <a:effectLst/>
                <a:uFillTx/>
                <a:latin typeface="Calibri"/>
              </a:rPr>
              <a:t>&lt;number&gt;</a:t>
            </a:fld>
            <a:endParaRPr b="0" lang="en-US" sz="4320" strike="noStrike" u="non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Master>
</file>

<file path=ppt/slideMasters/slideMaster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5" name="PlaceHolder 1"/>
          <p:cNvSpPr>
            <a:spLocks noGrp="1"/>
          </p:cNvSpPr>
          <p:nvPr>
            <p:ph type="dt" idx="25"/>
          </p:nvPr>
        </p:nvSpPr>
        <p:spPr>
          <a:xfrm>
            <a:off x="2263320" y="40680720"/>
            <a:ext cx="7406280" cy="2336400"/>
          </a:xfrm>
          <a:prstGeom prst="rect">
            <a:avLst/>
          </a:prstGeom>
          <a:noFill/>
          <a:ln w="0">
            <a:noFill/>
          </a:ln>
        </p:spPr>
        <p:txBody>
          <a:bodyPr lIns="91440" rIns="91440" tIns="45720" bIns="45720" anchor="ctr">
            <a:noAutofit/>
          </a:bodyPr>
          <a:lstStyle>
            <a:lvl1pPr indent="0" defTabSz="3686760">
              <a:lnSpc>
                <a:spcPct val="100000"/>
              </a:lnSpc>
              <a:buNone/>
              <a:defRPr b="0" lang="en-US" sz="4320" strike="noStrike" u="none">
                <a:solidFill>
                  <a:schemeClr val="dk1">
                    <a:tint val="75000"/>
                  </a:schemeClr>
                </a:solidFill>
                <a:effectLst/>
                <a:uFillTx/>
                <a:latin typeface="Calibri"/>
              </a:defRPr>
            </a:lvl1pPr>
          </a:lstStyle>
          <a:p>
            <a:pPr indent="0" defTabSz="3686760">
              <a:lnSpc>
                <a:spcPct val="100000"/>
              </a:lnSpc>
              <a:buNone/>
            </a:pPr>
            <a:r>
              <a:rPr b="0" lang="en-US" sz="4320" strike="noStrike" u="none">
                <a:solidFill>
                  <a:schemeClr val="dk1">
                    <a:tint val="75000"/>
                  </a:schemeClr>
                </a:solidFill>
                <a:effectLst/>
                <a:uFillTx/>
                <a:latin typeface="Calibri"/>
              </a:rPr>
              <a:t>&lt;date/time&gt;</a:t>
            </a:r>
            <a:endParaRPr b="0" lang="en-US" sz="4320" strike="noStrike" u="none">
              <a:solidFill>
                <a:srgbClr val="000000"/>
              </a:solidFill>
              <a:effectLst/>
              <a:uFillTx/>
              <a:latin typeface="Times New Roman"/>
            </a:endParaRPr>
          </a:p>
        </p:txBody>
      </p:sp>
      <p:sp>
        <p:nvSpPr>
          <p:cNvPr id="46" name="PlaceHolder 2"/>
          <p:cNvSpPr>
            <a:spLocks noGrp="1"/>
          </p:cNvSpPr>
          <p:nvPr>
            <p:ph type="ftr" idx="26"/>
          </p:nvPr>
        </p:nvSpPr>
        <p:spPr>
          <a:xfrm>
            <a:off x="10904400" y="40680720"/>
            <a:ext cx="11109600" cy="2336400"/>
          </a:xfrm>
          <a:prstGeom prst="rect">
            <a:avLst/>
          </a:prstGeom>
          <a:noFill/>
          <a:ln w="0">
            <a:noFill/>
          </a:ln>
        </p:spPr>
        <p:txBody>
          <a:bodyPr lIns="91440" rIns="91440" tIns="45720" bIns="45720" anchor="ctr">
            <a:noAutofit/>
          </a:bodyPr>
          <a:lstStyle>
            <a:lvl1pPr indent="0" algn="ctr">
              <a:buNone/>
              <a:defRPr b="0" lang="en-US" sz="1400" strike="noStrike" u="none">
                <a:solidFill>
                  <a:srgbClr val="000000"/>
                </a:solidFill>
                <a:effectLst/>
                <a:uFillTx/>
                <a:latin typeface="Times New Roman"/>
              </a:defRPr>
            </a:lvl1pPr>
          </a:lstStyle>
          <a:p>
            <a:pPr indent="0" algn="ctr">
              <a:buNone/>
            </a:pPr>
            <a:r>
              <a:rPr b="0" lang="en-US" sz="1400" strike="noStrike" u="none">
                <a:solidFill>
                  <a:srgbClr val="000000"/>
                </a:solidFill>
                <a:effectLst/>
                <a:uFillTx/>
                <a:latin typeface="Times New Roman"/>
              </a:rPr>
              <a:t>&lt;footer&gt;</a:t>
            </a:r>
            <a:endParaRPr b="0" lang="en-US" sz="1400" strike="noStrike" u="none">
              <a:solidFill>
                <a:srgbClr val="000000"/>
              </a:solidFill>
              <a:effectLst/>
              <a:uFillTx/>
              <a:latin typeface="Times New Roman"/>
            </a:endParaRPr>
          </a:p>
        </p:txBody>
      </p:sp>
      <p:sp>
        <p:nvSpPr>
          <p:cNvPr id="47" name="PlaceHolder 3"/>
          <p:cNvSpPr>
            <a:spLocks noGrp="1"/>
          </p:cNvSpPr>
          <p:nvPr>
            <p:ph type="sldNum" idx="27"/>
          </p:nvPr>
        </p:nvSpPr>
        <p:spPr>
          <a:xfrm>
            <a:off x="23248800" y="40680720"/>
            <a:ext cx="7406280" cy="2336400"/>
          </a:xfrm>
          <a:prstGeom prst="rect">
            <a:avLst/>
          </a:prstGeom>
          <a:noFill/>
          <a:ln w="0">
            <a:noFill/>
          </a:ln>
        </p:spPr>
        <p:txBody>
          <a:bodyPr lIns="91440" rIns="91440" tIns="45720" bIns="45720" anchor="ctr">
            <a:noAutofit/>
          </a:bodyPr>
          <a:lstStyle>
            <a:lvl1pPr indent="0" algn="r" defTabSz="3686760">
              <a:lnSpc>
                <a:spcPct val="100000"/>
              </a:lnSpc>
              <a:buNone/>
              <a:defRPr b="0" lang="en-US" sz="4320" strike="noStrike" u="none">
                <a:solidFill>
                  <a:schemeClr val="dk1">
                    <a:tint val="75000"/>
                  </a:schemeClr>
                </a:solidFill>
                <a:effectLst/>
                <a:uFillTx/>
                <a:latin typeface="Calibri"/>
              </a:defRPr>
            </a:lvl1pPr>
          </a:lstStyle>
          <a:p>
            <a:pPr indent="0" algn="r" defTabSz="3686760">
              <a:lnSpc>
                <a:spcPct val="100000"/>
              </a:lnSpc>
              <a:buNone/>
            </a:pPr>
            <a:fld id="{0C1A7898-D0E9-4D96-BA58-B55B831ABA26}" type="slidenum">
              <a:rPr b="0" lang="en-US" sz="4320" strike="noStrike" u="none">
                <a:solidFill>
                  <a:schemeClr val="dk1">
                    <a:tint val="75000"/>
                  </a:schemeClr>
                </a:solidFill>
                <a:effectLst/>
                <a:uFillTx/>
                <a:latin typeface="Calibri"/>
              </a:rPr>
              <a:t>&lt;number&gt;</a:t>
            </a:fld>
            <a:endParaRPr b="0" lang="en-US" sz="4320" strike="noStrike" u="non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Master>
</file>

<file path=ppt/slideMasters/slideMaster1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8" name="PlaceHolder 1"/>
          <p:cNvSpPr>
            <a:spLocks noGrp="1"/>
          </p:cNvSpPr>
          <p:nvPr>
            <p:ph type="title"/>
          </p:nvPr>
        </p:nvSpPr>
        <p:spPr>
          <a:xfrm>
            <a:off x="2267280" y="2926080"/>
            <a:ext cx="10616760" cy="10240920"/>
          </a:xfrm>
          <a:prstGeom prst="rect">
            <a:avLst/>
          </a:prstGeom>
          <a:noFill/>
          <a:ln w="0">
            <a:noFill/>
          </a:ln>
        </p:spPr>
        <p:txBody>
          <a:bodyPr lIns="91440" rIns="91440" tIns="45720" bIns="45720" anchor="b">
            <a:noAutofit/>
          </a:bodyPr>
          <a:p>
            <a:pPr indent="0" defTabSz="3291840">
              <a:lnSpc>
                <a:spcPct val="90000"/>
              </a:lnSpc>
              <a:buNone/>
            </a:pPr>
            <a:r>
              <a:rPr b="0" lang="en-US" sz="11520" strike="noStrike" u="none">
                <a:solidFill>
                  <a:schemeClr val="dk1"/>
                </a:solidFill>
                <a:effectLst/>
                <a:uFillTx/>
                <a:latin typeface="Calibri Light"/>
              </a:rPr>
              <a:t>Click to edit Master title style</a:t>
            </a:r>
            <a:endParaRPr b="0" lang="en-US" sz="11520" strike="noStrike" u="none">
              <a:solidFill>
                <a:schemeClr val="dk1"/>
              </a:solidFill>
              <a:effectLst/>
              <a:uFillTx/>
              <a:latin typeface="Calibri"/>
            </a:endParaRPr>
          </a:p>
        </p:txBody>
      </p:sp>
      <p:sp>
        <p:nvSpPr>
          <p:cNvPr id="49" name="PlaceHolder 2"/>
          <p:cNvSpPr>
            <a:spLocks noGrp="1"/>
          </p:cNvSpPr>
          <p:nvPr>
            <p:ph type="body"/>
          </p:nvPr>
        </p:nvSpPr>
        <p:spPr>
          <a:xfrm>
            <a:off x="13994640" y="6319440"/>
            <a:ext cx="16664760" cy="31190760"/>
          </a:xfrm>
          <a:prstGeom prst="rect">
            <a:avLst/>
          </a:prstGeom>
          <a:noFill/>
          <a:ln w="0">
            <a:noFill/>
          </a:ln>
        </p:spPr>
        <p:txBody>
          <a:bodyPr lIns="91440" rIns="91440" tIns="45720" bIns="45720" anchor="t">
            <a:noAutofit/>
          </a:bodyPr>
          <a:p>
            <a:pPr marL="432000" indent="-324000" defTabSz="3291840">
              <a:lnSpc>
                <a:spcPct val="90000"/>
              </a:lnSpc>
              <a:spcBef>
                <a:spcPts val="3600"/>
              </a:spcBef>
              <a:buClr>
                <a:srgbClr val="000000"/>
              </a:buClr>
              <a:buSzPct val="45000"/>
              <a:buFont typeface="Wingdings" charset="2"/>
              <a:buChar char=""/>
            </a:pPr>
            <a:r>
              <a:rPr b="0" lang="en-US" sz="11520" strike="noStrike" u="none">
                <a:solidFill>
                  <a:schemeClr val="dk1"/>
                </a:solidFill>
                <a:effectLst/>
                <a:uFillTx/>
                <a:latin typeface="Calibri"/>
              </a:rPr>
              <a:t>Click to edit Master text styles</a:t>
            </a:r>
            <a:endParaRPr b="0" lang="en-US" sz="11520" strike="noStrike" u="none">
              <a:solidFill>
                <a:schemeClr val="dk1"/>
              </a:solidFill>
              <a:effectLst/>
              <a:uFillTx/>
              <a:latin typeface="Calibri"/>
            </a:endParaRPr>
          </a:p>
          <a:p>
            <a:pPr lvl="1" marL="864000" indent="-324000" defTabSz="3291840">
              <a:lnSpc>
                <a:spcPct val="90000"/>
              </a:lnSpc>
              <a:spcBef>
                <a:spcPts val="1800"/>
              </a:spcBef>
              <a:buClr>
                <a:srgbClr val="000000"/>
              </a:buClr>
              <a:buSzPct val="75000"/>
              <a:buFont typeface="Symbol" charset="2"/>
              <a:buChar char=""/>
            </a:pPr>
            <a:r>
              <a:rPr b="0" lang="en-US" sz="10080" strike="noStrike" u="none">
                <a:solidFill>
                  <a:schemeClr val="dk1"/>
                </a:solidFill>
                <a:effectLst/>
                <a:uFillTx/>
                <a:latin typeface="Calibri"/>
              </a:rPr>
              <a:t>Second level</a:t>
            </a:r>
            <a:endParaRPr b="0" lang="en-US" sz="10080" strike="noStrike" u="none">
              <a:solidFill>
                <a:schemeClr val="dk1"/>
              </a:solidFill>
              <a:effectLst/>
              <a:uFillTx/>
              <a:latin typeface="Calibri"/>
            </a:endParaRPr>
          </a:p>
          <a:p>
            <a:pPr lvl="2" marL="1296000" indent="-288000" defTabSz="3291840">
              <a:lnSpc>
                <a:spcPct val="90000"/>
              </a:lnSpc>
              <a:spcBef>
                <a:spcPts val="1800"/>
              </a:spcBef>
              <a:buClr>
                <a:srgbClr val="000000"/>
              </a:buClr>
              <a:buSzPct val="45000"/>
              <a:buFont typeface="Wingdings" charset="2"/>
              <a:buChar char=""/>
            </a:pPr>
            <a:r>
              <a:rPr b="0" lang="en-US" sz="8640" strike="noStrike" u="none">
                <a:solidFill>
                  <a:schemeClr val="dk1"/>
                </a:solidFill>
                <a:effectLst/>
                <a:uFillTx/>
                <a:latin typeface="Calibri"/>
              </a:rPr>
              <a:t>Third level</a:t>
            </a:r>
            <a:endParaRPr b="0" lang="en-US" sz="8640" strike="noStrike" u="none">
              <a:solidFill>
                <a:schemeClr val="dk1"/>
              </a:solidFill>
              <a:effectLst/>
              <a:uFillTx/>
              <a:latin typeface="Calibri"/>
            </a:endParaRPr>
          </a:p>
          <a:p>
            <a:pPr lvl="3" marL="1728000" indent="-216000" defTabSz="3291840">
              <a:lnSpc>
                <a:spcPct val="90000"/>
              </a:lnSpc>
              <a:spcBef>
                <a:spcPts val="1800"/>
              </a:spcBef>
              <a:buClr>
                <a:srgbClr val="000000"/>
              </a:buClr>
              <a:buSzPct val="75000"/>
              <a:buFont typeface="Symbol" charset="2"/>
              <a:buChar char=""/>
            </a:pPr>
            <a:r>
              <a:rPr b="0" lang="en-US" sz="7200" strike="noStrike" u="none">
                <a:solidFill>
                  <a:schemeClr val="dk1"/>
                </a:solidFill>
                <a:effectLst/>
                <a:uFillTx/>
                <a:latin typeface="Calibri"/>
              </a:rPr>
              <a:t>Fourth level</a:t>
            </a:r>
            <a:endParaRPr b="0" lang="en-US" sz="7200" strike="noStrike" u="none">
              <a:solidFill>
                <a:schemeClr val="dk1"/>
              </a:solidFill>
              <a:effectLst/>
              <a:uFillTx/>
              <a:latin typeface="Calibri"/>
            </a:endParaRPr>
          </a:p>
          <a:p>
            <a:pPr lvl="4" marL="2160000" indent="-216000" defTabSz="3291840">
              <a:lnSpc>
                <a:spcPct val="90000"/>
              </a:lnSpc>
              <a:spcBef>
                <a:spcPts val="1800"/>
              </a:spcBef>
              <a:buClr>
                <a:srgbClr val="000000"/>
              </a:buClr>
              <a:buSzPct val="45000"/>
              <a:buFont typeface="Wingdings" charset="2"/>
              <a:buChar char=""/>
            </a:pPr>
            <a:r>
              <a:rPr b="0" lang="en-US" sz="7200" strike="noStrike" u="none">
                <a:solidFill>
                  <a:schemeClr val="dk1"/>
                </a:solidFill>
                <a:effectLst/>
                <a:uFillTx/>
                <a:latin typeface="Calibri"/>
              </a:rPr>
              <a:t>Fifth level</a:t>
            </a:r>
            <a:endParaRPr b="0" lang="en-US" sz="7200" strike="noStrike" u="none">
              <a:solidFill>
                <a:schemeClr val="dk1"/>
              </a:solidFill>
              <a:effectLst/>
              <a:uFillTx/>
              <a:latin typeface="Calibri"/>
            </a:endParaRPr>
          </a:p>
        </p:txBody>
      </p:sp>
      <p:sp>
        <p:nvSpPr>
          <p:cNvPr id="50" name="PlaceHolder 3"/>
          <p:cNvSpPr>
            <a:spLocks noGrp="1"/>
          </p:cNvSpPr>
          <p:nvPr>
            <p:ph type="body"/>
          </p:nvPr>
        </p:nvSpPr>
        <p:spPr>
          <a:xfrm>
            <a:off x="2267280" y="13167360"/>
            <a:ext cx="10616760" cy="24393960"/>
          </a:xfrm>
          <a:prstGeom prst="rect">
            <a:avLst/>
          </a:prstGeom>
          <a:noFill/>
          <a:ln w="0">
            <a:noFill/>
          </a:ln>
        </p:spPr>
        <p:txBody>
          <a:bodyPr lIns="91440" rIns="91440" tIns="45720" bIns="45720" anchor="t">
            <a:noAutofit/>
          </a:bodyPr>
          <a:p>
            <a:pPr indent="0" defTabSz="3291840">
              <a:lnSpc>
                <a:spcPct val="90000"/>
              </a:lnSpc>
              <a:spcBef>
                <a:spcPts val="3600"/>
              </a:spcBef>
              <a:buNone/>
              <a:tabLst>
                <a:tab algn="l" pos="0"/>
              </a:tabLst>
            </a:pPr>
            <a:r>
              <a:rPr b="0" lang="en-US" sz="5760" strike="noStrike" u="none">
                <a:solidFill>
                  <a:schemeClr val="dk1"/>
                </a:solidFill>
                <a:effectLst/>
                <a:uFillTx/>
                <a:latin typeface="Calibri"/>
              </a:rPr>
              <a:t>Click to edit Master text styles</a:t>
            </a:r>
            <a:endParaRPr b="0" lang="en-US" sz="5760" strike="noStrike" u="none">
              <a:solidFill>
                <a:schemeClr val="dk1"/>
              </a:solidFill>
              <a:effectLst/>
              <a:uFillTx/>
              <a:latin typeface="Calibri"/>
            </a:endParaRPr>
          </a:p>
        </p:txBody>
      </p:sp>
      <p:sp>
        <p:nvSpPr>
          <p:cNvPr id="51" name="PlaceHolder 4"/>
          <p:cNvSpPr>
            <a:spLocks noGrp="1"/>
          </p:cNvSpPr>
          <p:nvPr>
            <p:ph type="dt" idx="28"/>
          </p:nvPr>
        </p:nvSpPr>
        <p:spPr>
          <a:xfrm>
            <a:off x="2263320" y="40680720"/>
            <a:ext cx="7406280" cy="2336400"/>
          </a:xfrm>
          <a:prstGeom prst="rect">
            <a:avLst/>
          </a:prstGeom>
          <a:noFill/>
          <a:ln w="0">
            <a:noFill/>
          </a:ln>
        </p:spPr>
        <p:txBody>
          <a:bodyPr lIns="91440" rIns="91440" tIns="45720" bIns="45720" anchor="ctr">
            <a:noAutofit/>
          </a:bodyPr>
          <a:lstStyle>
            <a:lvl1pPr indent="0" defTabSz="3686760">
              <a:lnSpc>
                <a:spcPct val="100000"/>
              </a:lnSpc>
              <a:buNone/>
              <a:defRPr b="0" lang="en-US" sz="4320" strike="noStrike" u="none">
                <a:solidFill>
                  <a:schemeClr val="dk1">
                    <a:tint val="75000"/>
                  </a:schemeClr>
                </a:solidFill>
                <a:effectLst/>
                <a:uFillTx/>
                <a:latin typeface="Calibri"/>
              </a:defRPr>
            </a:lvl1pPr>
          </a:lstStyle>
          <a:p>
            <a:pPr indent="0" defTabSz="3686760">
              <a:lnSpc>
                <a:spcPct val="100000"/>
              </a:lnSpc>
              <a:buNone/>
            </a:pPr>
            <a:r>
              <a:rPr b="0" lang="en-US" sz="4320" strike="noStrike" u="none">
                <a:solidFill>
                  <a:schemeClr val="dk1">
                    <a:tint val="75000"/>
                  </a:schemeClr>
                </a:solidFill>
                <a:effectLst/>
                <a:uFillTx/>
                <a:latin typeface="Calibri"/>
              </a:rPr>
              <a:t>&lt;date/time&gt;</a:t>
            </a:r>
            <a:endParaRPr b="0" lang="en-US" sz="4320" strike="noStrike" u="none">
              <a:solidFill>
                <a:srgbClr val="000000"/>
              </a:solidFill>
              <a:effectLst/>
              <a:uFillTx/>
              <a:latin typeface="Times New Roman"/>
            </a:endParaRPr>
          </a:p>
        </p:txBody>
      </p:sp>
      <p:sp>
        <p:nvSpPr>
          <p:cNvPr id="52" name="PlaceHolder 5"/>
          <p:cNvSpPr>
            <a:spLocks noGrp="1"/>
          </p:cNvSpPr>
          <p:nvPr>
            <p:ph type="ftr" idx="29"/>
          </p:nvPr>
        </p:nvSpPr>
        <p:spPr>
          <a:xfrm>
            <a:off x="10904400" y="40680720"/>
            <a:ext cx="11109600" cy="2336400"/>
          </a:xfrm>
          <a:prstGeom prst="rect">
            <a:avLst/>
          </a:prstGeom>
          <a:noFill/>
          <a:ln w="0">
            <a:noFill/>
          </a:ln>
        </p:spPr>
        <p:txBody>
          <a:bodyPr lIns="91440" rIns="91440" tIns="45720" bIns="45720" anchor="ctr">
            <a:noAutofit/>
          </a:bodyPr>
          <a:lstStyle>
            <a:lvl1pPr indent="0" algn="ctr">
              <a:buNone/>
              <a:defRPr b="0" lang="en-US" sz="1400" strike="noStrike" u="none">
                <a:solidFill>
                  <a:srgbClr val="000000"/>
                </a:solidFill>
                <a:effectLst/>
                <a:uFillTx/>
                <a:latin typeface="Times New Roman"/>
              </a:defRPr>
            </a:lvl1pPr>
          </a:lstStyle>
          <a:p>
            <a:pPr indent="0" algn="ctr">
              <a:buNone/>
            </a:pPr>
            <a:r>
              <a:rPr b="0" lang="en-US" sz="1400" strike="noStrike" u="none">
                <a:solidFill>
                  <a:srgbClr val="000000"/>
                </a:solidFill>
                <a:effectLst/>
                <a:uFillTx/>
                <a:latin typeface="Times New Roman"/>
              </a:rPr>
              <a:t>&lt;footer&gt;</a:t>
            </a:r>
            <a:endParaRPr b="0" lang="en-US" sz="1400" strike="noStrike" u="none">
              <a:solidFill>
                <a:srgbClr val="000000"/>
              </a:solidFill>
              <a:effectLst/>
              <a:uFillTx/>
              <a:latin typeface="Times New Roman"/>
            </a:endParaRPr>
          </a:p>
        </p:txBody>
      </p:sp>
      <p:sp>
        <p:nvSpPr>
          <p:cNvPr id="53" name="PlaceHolder 6"/>
          <p:cNvSpPr>
            <a:spLocks noGrp="1"/>
          </p:cNvSpPr>
          <p:nvPr>
            <p:ph type="sldNum" idx="30"/>
          </p:nvPr>
        </p:nvSpPr>
        <p:spPr>
          <a:xfrm>
            <a:off x="23248800" y="40680720"/>
            <a:ext cx="7406280" cy="2336400"/>
          </a:xfrm>
          <a:prstGeom prst="rect">
            <a:avLst/>
          </a:prstGeom>
          <a:noFill/>
          <a:ln w="0">
            <a:noFill/>
          </a:ln>
        </p:spPr>
        <p:txBody>
          <a:bodyPr lIns="91440" rIns="91440" tIns="45720" bIns="45720" anchor="ctr">
            <a:noAutofit/>
          </a:bodyPr>
          <a:lstStyle>
            <a:lvl1pPr indent="0" algn="r" defTabSz="3686760">
              <a:lnSpc>
                <a:spcPct val="100000"/>
              </a:lnSpc>
              <a:buNone/>
              <a:defRPr b="0" lang="en-US" sz="4320" strike="noStrike" u="none">
                <a:solidFill>
                  <a:schemeClr val="dk1">
                    <a:tint val="75000"/>
                  </a:schemeClr>
                </a:solidFill>
                <a:effectLst/>
                <a:uFillTx/>
                <a:latin typeface="Calibri"/>
              </a:defRPr>
            </a:lvl1pPr>
          </a:lstStyle>
          <a:p>
            <a:pPr indent="0" algn="r" defTabSz="3686760">
              <a:lnSpc>
                <a:spcPct val="100000"/>
              </a:lnSpc>
              <a:buNone/>
            </a:pPr>
            <a:fld id="{C3DA6D0F-C096-44BD-9F1B-C40F7DE7019A}" type="slidenum">
              <a:rPr b="0" lang="en-US" sz="4320" strike="noStrike" u="none">
                <a:solidFill>
                  <a:schemeClr val="dk1">
                    <a:tint val="75000"/>
                  </a:schemeClr>
                </a:solidFill>
                <a:effectLst/>
                <a:uFillTx/>
                <a:latin typeface="Calibri"/>
              </a:rPr>
              <a:t>&lt;number&gt;</a:t>
            </a:fld>
            <a:endParaRPr b="0" lang="en-US" sz="4320" strike="noStrike" u="non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Master>
</file>

<file path=ppt/slideMasters/slideMaster1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4" name="PlaceHolder 1"/>
          <p:cNvSpPr>
            <a:spLocks noGrp="1"/>
          </p:cNvSpPr>
          <p:nvPr>
            <p:ph type="title"/>
          </p:nvPr>
        </p:nvSpPr>
        <p:spPr>
          <a:xfrm>
            <a:off x="2267280" y="2926080"/>
            <a:ext cx="10616760" cy="10240920"/>
          </a:xfrm>
          <a:prstGeom prst="rect">
            <a:avLst/>
          </a:prstGeom>
          <a:noFill/>
          <a:ln w="0">
            <a:noFill/>
          </a:ln>
        </p:spPr>
        <p:txBody>
          <a:bodyPr lIns="91440" rIns="91440" tIns="45720" bIns="45720" anchor="b">
            <a:noAutofit/>
          </a:bodyPr>
          <a:p>
            <a:pPr indent="0" defTabSz="3291840">
              <a:lnSpc>
                <a:spcPct val="90000"/>
              </a:lnSpc>
              <a:buNone/>
            </a:pPr>
            <a:r>
              <a:rPr b="0" lang="en-US" sz="11520" strike="noStrike" u="none">
                <a:solidFill>
                  <a:schemeClr val="dk1"/>
                </a:solidFill>
                <a:effectLst/>
                <a:uFillTx/>
                <a:latin typeface="Calibri Light"/>
              </a:rPr>
              <a:t>Click to edit Master title style</a:t>
            </a:r>
            <a:endParaRPr b="0" lang="en-US" sz="11520" strike="noStrike" u="none">
              <a:solidFill>
                <a:schemeClr val="dk1"/>
              </a:solidFill>
              <a:effectLst/>
              <a:uFillTx/>
              <a:latin typeface="Calibri"/>
            </a:endParaRPr>
          </a:p>
        </p:txBody>
      </p:sp>
      <p:sp>
        <p:nvSpPr>
          <p:cNvPr id="55" name="PlaceHolder 2"/>
          <p:cNvSpPr>
            <a:spLocks noGrp="1"/>
          </p:cNvSpPr>
          <p:nvPr>
            <p:ph type="body"/>
          </p:nvPr>
        </p:nvSpPr>
        <p:spPr>
          <a:xfrm>
            <a:off x="13994640" y="6319440"/>
            <a:ext cx="16664760" cy="31190760"/>
          </a:xfrm>
          <a:prstGeom prst="rect">
            <a:avLst/>
          </a:prstGeom>
          <a:noFill/>
          <a:ln w="0">
            <a:noFill/>
          </a:ln>
        </p:spPr>
        <p:txBody>
          <a:bodyPr lIns="90000" rIns="90000" tIns="45000" bIns="45000" anchor="t">
            <a:noAutofit/>
          </a:bodyPr>
          <a:p>
            <a:pPr marL="432000" indent="-324000" defTabSz="3686760">
              <a:lnSpc>
                <a:spcPct val="100000"/>
              </a:lnSpc>
              <a:buClr>
                <a:srgbClr val="000000"/>
              </a:buClr>
              <a:buSzPct val="45000"/>
              <a:buFont typeface="Wingdings" charset="2"/>
              <a:buChar char=""/>
              <a:tabLst>
                <a:tab algn="l" pos="0"/>
              </a:tabLst>
            </a:pPr>
            <a:r>
              <a:rPr b="0" lang="en-US" sz="11520" strike="noStrike" u="none">
                <a:solidFill>
                  <a:schemeClr val="dk1"/>
                </a:solidFill>
                <a:effectLst/>
                <a:uFillTx/>
                <a:latin typeface="Calibri"/>
              </a:rPr>
              <a:t>Click icon to add picture</a:t>
            </a:r>
            <a:endParaRPr b="0" lang="en-US" sz="11520" strike="noStrike" u="none">
              <a:solidFill>
                <a:schemeClr val="dk1"/>
              </a:solidFill>
              <a:effectLst/>
              <a:uFillTx/>
              <a:latin typeface="Calibri"/>
            </a:endParaRPr>
          </a:p>
        </p:txBody>
      </p:sp>
      <p:sp>
        <p:nvSpPr>
          <p:cNvPr id="56" name="PlaceHolder 3"/>
          <p:cNvSpPr>
            <a:spLocks noGrp="1"/>
          </p:cNvSpPr>
          <p:nvPr>
            <p:ph type="body"/>
          </p:nvPr>
        </p:nvSpPr>
        <p:spPr>
          <a:xfrm>
            <a:off x="2267280" y="13167360"/>
            <a:ext cx="10616760" cy="24393960"/>
          </a:xfrm>
          <a:prstGeom prst="rect">
            <a:avLst/>
          </a:prstGeom>
          <a:noFill/>
          <a:ln w="0">
            <a:noFill/>
          </a:ln>
        </p:spPr>
        <p:txBody>
          <a:bodyPr lIns="91440" rIns="91440" tIns="45720" bIns="45720" anchor="t">
            <a:noAutofit/>
          </a:bodyPr>
          <a:p>
            <a:pPr indent="0" defTabSz="3291840">
              <a:lnSpc>
                <a:spcPct val="90000"/>
              </a:lnSpc>
              <a:spcBef>
                <a:spcPts val="3600"/>
              </a:spcBef>
              <a:buNone/>
              <a:tabLst>
                <a:tab algn="l" pos="0"/>
              </a:tabLst>
            </a:pPr>
            <a:r>
              <a:rPr b="0" lang="en-US" sz="5760" strike="noStrike" u="none">
                <a:solidFill>
                  <a:schemeClr val="dk1"/>
                </a:solidFill>
                <a:effectLst/>
                <a:uFillTx/>
                <a:latin typeface="Calibri"/>
              </a:rPr>
              <a:t>Click to edit Master text styles</a:t>
            </a:r>
            <a:endParaRPr b="0" lang="en-US" sz="5760" strike="noStrike" u="none">
              <a:solidFill>
                <a:schemeClr val="dk1"/>
              </a:solidFill>
              <a:effectLst/>
              <a:uFillTx/>
              <a:latin typeface="Calibri"/>
            </a:endParaRPr>
          </a:p>
        </p:txBody>
      </p:sp>
      <p:sp>
        <p:nvSpPr>
          <p:cNvPr id="57" name="PlaceHolder 4"/>
          <p:cNvSpPr>
            <a:spLocks noGrp="1"/>
          </p:cNvSpPr>
          <p:nvPr>
            <p:ph type="dt" idx="31"/>
          </p:nvPr>
        </p:nvSpPr>
        <p:spPr>
          <a:xfrm>
            <a:off x="2263320" y="40680720"/>
            <a:ext cx="7406280" cy="2336400"/>
          </a:xfrm>
          <a:prstGeom prst="rect">
            <a:avLst/>
          </a:prstGeom>
          <a:noFill/>
          <a:ln w="0">
            <a:noFill/>
          </a:ln>
        </p:spPr>
        <p:txBody>
          <a:bodyPr lIns="91440" rIns="91440" tIns="45720" bIns="45720" anchor="ctr">
            <a:noAutofit/>
          </a:bodyPr>
          <a:lstStyle>
            <a:lvl1pPr indent="0" defTabSz="3686760">
              <a:lnSpc>
                <a:spcPct val="100000"/>
              </a:lnSpc>
              <a:buNone/>
              <a:defRPr b="0" lang="en-US" sz="4320" strike="noStrike" u="none">
                <a:solidFill>
                  <a:schemeClr val="dk1">
                    <a:tint val="75000"/>
                  </a:schemeClr>
                </a:solidFill>
                <a:effectLst/>
                <a:uFillTx/>
                <a:latin typeface="Calibri"/>
              </a:defRPr>
            </a:lvl1pPr>
          </a:lstStyle>
          <a:p>
            <a:pPr indent="0" defTabSz="3686760">
              <a:lnSpc>
                <a:spcPct val="100000"/>
              </a:lnSpc>
              <a:buNone/>
            </a:pPr>
            <a:r>
              <a:rPr b="0" lang="en-US" sz="4320" strike="noStrike" u="none">
                <a:solidFill>
                  <a:schemeClr val="dk1">
                    <a:tint val="75000"/>
                  </a:schemeClr>
                </a:solidFill>
                <a:effectLst/>
                <a:uFillTx/>
                <a:latin typeface="Calibri"/>
              </a:rPr>
              <a:t>&lt;date/time&gt;</a:t>
            </a:r>
            <a:endParaRPr b="0" lang="en-US" sz="4320" strike="noStrike" u="none">
              <a:solidFill>
                <a:srgbClr val="000000"/>
              </a:solidFill>
              <a:effectLst/>
              <a:uFillTx/>
              <a:latin typeface="Times New Roman"/>
            </a:endParaRPr>
          </a:p>
        </p:txBody>
      </p:sp>
      <p:sp>
        <p:nvSpPr>
          <p:cNvPr id="58" name="PlaceHolder 5"/>
          <p:cNvSpPr>
            <a:spLocks noGrp="1"/>
          </p:cNvSpPr>
          <p:nvPr>
            <p:ph type="ftr" idx="32"/>
          </p:nvPr>
        </p:nvSpPr>
        <p:spPr>
          <a:xfrm>
            <a:off x="10904400" y="40680720"/>
            <a:ext cx="11109600" cy="2336400"/>
          </a:xfrm>
          <a:prstGeom prst="rect">
            <a:avLst/>
          </a:prstGeom>
          <a:noFill/>
          <a:ln w="0">
            <a:noFill/>
          </a:ln>
        </p:spPr>
        <p:txBody>
          <a:bodyPr lIns="91440" rIns="91440" tIns="45720" bIns="45720" anchor="ctr">
            <a:noAutofit/>
          </a:bodyPr>
          <a:lstStyle>
            <a:lvl1pPr indent="0" algn="ctr">
              <a:buNone/>
              <a:defRPr b="0" lang="en-US" sz="1400" strike="noStrike" u="none">
                <a:solidFill>
                  <a:srgbClr val="000000"/>
                </a:solidFill>
                <a:effectLst/>
                <a:uFillTx/>
                <a:latin typeface="Times New Roman"/>
              </a:defRPr>
            </a:lvl1pPr>
          </a:lstStyle>
          <a:p>
            <a:pPr indent="0" algn="ctr">
              <a:buNone/>
            </a:pPr>
            <a:r>
              <a:rPr b="0" lang="en-US" sz="1400" strike="noStrike" u="none">
                <a:solidFill>
                  <a:srgbClr val="000000"/>
                </a:solidFill>
                <a:effectLst/>
                <a:uFillTx/>
                <a:latin typeface="Times New Roman"/>
              </a:rPr>
              <a:t>&lt;footer&gt;</a:t>
            </a:r>
            <a:endParaRPr b="0" lang="en-US" sz="1400" strike="noStrike" u="none">
              <a:solidFill>
                <a:srgbClr val="000000"/>
              </a:solidFill>
              <a:effectLst/>
              <a:uFillTx/>
              <a:latin typeface="Times New Roman"/>
            </a:endParaRPr>
          </a:p>
        </p:txBody>
      </p:sp>
      <p:sp>
        <p:nvSpPr>
          <p:cNvPr id="59" name="PlaceHolder 6"/>
          <p:cNvSpPr>
            <a:spLocks noGrp="1"/>
          </p:cNvSpPr>
          <p:nvPr>
            <p:ph type="sldNum" idx="33"/>
          </p:nvPr>
        </p:nvSpPr>
        <p:spPr>
          <a:xfrm>
            <a:off x="23248800" y="40680720"/>
            <a:ext cx="7406280" cy="2336400"/>
          </a:xfrm>
          <a:prstGeom prst="rect">
            <a:avLst/>
          </a:prstGeom>
          <a:noFill/>
          <a:ln w="0">
            <a:noFill/>
          </a:ln>
        </p:spPr>
        <p:txBody>
          <a:bodyPr lIns="91440" rIns="91440" tIns="45720" bIns="45720" anchor="ctr">
            <a:noAutofit/>
          </a:bodyPr>
          <a:lstStyle>
            <a:lvl1pPr indent="0" algn="r" defTabSz="3686760">
              <a:lnSpc>
                <a:spcPct val="100000"/>
              </a:lnSpc>
              <a:buNone/>
              <a:defRPr b="0" lang="en-US" sz="4320" strike="noStrike" u="none">
                <a:solidFill>
                  <a:schemeClr val="dk1">
                    <a:tint val="75000"/>
                  </a:schemeClr>
                </a:solidFill>
                <a:effectLst/>
                <a:uFillTx/>
                <a:latin typeface="Calibri"/>
              </a:defRPr>
            </a:lvl1pPr>
          </a:lstStyle>
          <a:p>
            <a:pPr indent="0" algn="r" defTabSz="3686760">
              <a:lnSpc>
                <a:spcPct val="100000"/>
              </a:lnSpc>
              <a:buNone/>
            </a:pPr>
            <a:fld id="{D2F65C14-BB20-40AD-8443-79FBC6AC858A}" type="slidenum">
              <a:rPr b="0" lang="en-US" sz="4320" strike="noStrike" u="none">
                <a:solidFill>
                  <a:schemeClr val="dk1">
                    <a:tint val="75000"/>
                  </a:schemeClr>
                </a:solidFill>
                <a:effectLst/>
                <a:uFillTx/>
                <a:latin typeface="Calibri"/>
              </a:rPr>
              <a:t>&lt;number&gt;</a:t>
            </a:fld>
            <a:endParaRPr b="0" lang="en-US" sz="4320" strike="noStrike" u="non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Master>
</file>

<file path=ppt/slides/_rels/slide1.xml.rels><?xml version="1.0" encoding="UTF-8"?>
<Relationships xmlns="http://schemas.openxmlformats.org/package/2006/relationships"><Relationship Id="rId1" Type="http://schemas.openxmlformats.org/officeDocument/2006/relationships/hyperlink" Target="mailto:lars.vilhuber@cornell.edu" TargetMode="External"/><Relationship Id="rId2" Type="http://schemas.openxmlformats.org/officeDocument/2006/relationships/hyperlink" Target="mailto:lv39@cornell.edu" TargetMode="External"/><Relationship Id="rId3" Type="http://schemas.openxmlformats.org/officeDocument/2006/relationships/chart" Target="../charts/chart1.xml"/><Relationship Id="rId4" Type="http://schemas.openxmlformats.org/officeDocument/2006/relationships/image" Target="../media/image1.png"/><Relationship Id="rId5" Type="http://schemas.openxmlformats.org/officeDocument/2006/relationships/image" Target="../media/image1.png"/><Relationship Id="rId6" Type="http://schemas.openxmlformats.org/officeDocument/2006/relationships/image" Target="../media/image2.jpeg"/><Relationship Id="rId7" Type="http://schemas.openxmlformats.org/officeDocument/2006/relationships/image" Target="../media/image3.jpeg"/><Relationship Id="rId8" Type="http://schemas.openxmlformats.org/officeDocument/2006/relationships/image" Target="../media/image4.jpeg"/><Relationship Id="rId9" Type="http://schemas.openxmlformats.org/officeDocument/2006/relationships/image" Target="../media/image5.png"/><Relationship Id="rId10" Type="http://schemas.openxmlformats.org/officeDocument/2006/relationships/slideLayout" Target="../slideLayouts/slideLayout1.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 name="Text Box 122"/>
          <p:cNvSpPr/>
          <p:nvPr/>
        </p:nvSpPr>
        <p:spPr>
          <a:xfrm>
            <a:off x="5486400" y="720"/>
            <a:ext cx="21945240" cy="4572000"/>
          </a:xfrm>
          <a:prstGeom prst="rect">
            <a:avLst/>
          </a:prstGeom>
          <a:noFill/>
          <a:ln w="0">
            <a:noFill/>
          </a:ln>
        </p:spPr>
        <p:style>
          <a:lnRef idx="0"/>
          <a:fillRef idx="0"/>
          <a:effectRef idx="0"/>
          <a:fontRef idx="minor"/>
        </p:style>
        <p:txBody>
          <a:bodyPr lIns="182880" rIns="182880" tIns="457200" bIns="457200" anchor="ctr">
            <a:spAutoFit/>
          </a:bodyPr>
          <a:p>
            <a:pPr algn="ctr" defTabSz="4389480">
              <a:lnSpc>
                <a:spcPct val="100000"/>
              </a:lnSpc>
            </a:pPr>
            <a:r>
              <a:rPr b="1" lang="en-US" sz="8000" strike="noStrike" u="none">
                <a:solidFill>
                  <a:schemeClr val="accent1">
                    <a:lumMod val="50000"/>
                  </a:schemeClr>
                </a:solidFill>
                <a:effectLst/>
                <a:uFillTx/>
                <a:latin typeface="Calibri"/>
              </a:rPr>
              <a:t>Practical Training in Reproducible Methods for Undergraduates: Scaling the AEA Reproducibility Verification into the Classroom</a:t>
            </a:r>
            <a:endParaRPr b="0" lang="en-US" sz="8000" strike="noStrike" u="none">
              <a:solidFill>
                <a:srgbClr val="000000"/>
              </a:solidFill>
              <a:effectLst/>
              <a:uFillTx/>
              <a:latin typeface="Arial"/>
            </a:endParaRPr>
          </a:p>
        </p:txBody>
      </p:sp>
      <p:sp>
        <p:nvSpPr>
          <p:cNvPr id="61" name="Text Box 123"/>
          <p:cNvSpPr/>
          <p:nvPr/>
        </p:nvSpPr>
        <p:spPr>
          <a:xfrm>
            <a:off x="5990400" y="3929040"/>
            <a:ext cx="21945240" cy="2285640"/>
          </a:xfrm>
          <a:prstGeom prst="rect">
            <a:avLst/>
          </a:prstGeom>
          <a:noFill/>
          <a:ln w="0">
            <a:noFill/>
          </a:ln>
        </p:spPr>
        <p:style>
          <a:lnRef idx="0"/>
          <a:fillRef idx="0"/>
          <a:effectRef idx="0"/>
          <a:fontRef idx="minor"/>
        </p:style>
        <p:txBody>
          <a:bodyPr lIns="182880" rIns="182880" tIns="182880" bIns="182880" anchor="ctr">
            <a:noAutofit/>
          </a:bodyPr>
          <a:p>
            <a:pPr algn="ctr" defTabSz="4389480">
              <a:lnSpc>
                <a:spcPct val="100000"/>
              </a:lnSpc>
            </a:pPr>
            <a:endParaRPr b="0" lang="en-US" sz="4800" strike="noStrike" u="none">
              <a:solidFill>
                <a:srgbClr val="000000"/>
              </a:solidFill>
              <a:effectLst/>
              <a:uFillTx/>
              <a:latin typeface="Arial"/>
            </a:endParaRPr>
          </a:p>
          <a:p>
            <a:pPr algn="ctr" defTabSz="4389480">
              <a:lnSpc>
                <a:spcPct val="100000"/>
              </a:lnSpc>
            </a:pPr>
            <a:r>
              <a:rPr b="0" lang="en-US" sz="4800" strike="noStrike" u="none">
                <a:solidFill>
                  <a:schemeClr val="accent1">
                    <a:lumMod val="50000"/>
                  </a:schemeClr>
                </a:solidFill>
                <a:effectLst/>
                <a:uFillTx/>
                <a:latin typeface="Calibri"/>
              </a:rPr>
              <a:t>Lars Vilhuber, Takshil Sachdev, Ilanith Nizard</a:t>
            </a:r>
            <a:endParaRPr b="0" lang="en-US" sz="4800" strike="noStrike" u="none">
              <a:solidFill>
                <a:srgbClr val="000000"/>
              </a:solidFill>
              <a:effectLst/>
              <a:uFillTx/>
              <a:latin typeface="Arial"/>
            </a:endParaRPr>
          </a:p>
          <a:p>
            <a:pPr algn="ctr" defTabSz="4389480">
              <a:lnSpc>
                <a:spcPct val="100000"/>
              </a:lnSpc>
            </a:pPr>
            <a:r>
              <a:rPr b="0" lang="en-US" sz="4800" strike="noStrike" u="none">
                <a:solidFill>
                  <a:schemeClr val="accent1">
                    <a:lumMod val="50000"/>
                  </a:schemeClr>
                </a:solidFill>
                <a:effectLst/>
                <a:uFillTx/>
                <a:latin typeface="Calibri"/>
              </a:rPr>
              <a:t>Cornell University</a:t>
            </a:r>
            <a:endParaRPr b="0" lang="en-US" sz="4800" strike="noStrike" u="none">
              <a:solidFill>
                <a:srgbClr val="000000"/>
              </a:solidFill>
              <a:effectLst/>
              <a:uFillTx/>
              <a:latin typeface="Arial"/>
            </a:endParaRPr>
          </a:p>
          <a:p>
            <a:pPr algn="ctr" defTabSz="4389480">
              <a:lnSpc>
                <a:spcPct val="100000"/>
              </a:lnSpc>
            </a:pPr>
            <a:endParaRPr b="0" lang="en-US" sz="4800" strike="noStrike" u="none">
              <a:solidFill>
                <a:srgbClr val="000000"/>
              </a:solidFill>
              <a:effectLst/>
              <a:uFillTx/>
              <a:latin typeface="Arial"/>
            </a:endParaRPr>
          </a:p>
        </p:txBody>
      </p:sp>
      <p:sp>
        <p:nvSpPr>
          <p:cNvPr id="62" name="TextBox 5"/>
          <p:cNvSpPr/>
          <p:nvPr/>
        </p:nvSpPr>
        <p:spPr>
          <a:xfrm>
            <a:off x="1828800" y="40050720"/>
            <a:ext cx="8159760" cy="2529360"/>
          </a:xfrm>
          <a:prstGeom prst="rect">
            <a:avLst/>
          </a:prstGeom>
          <a:solidFill>
            <a:schemeClr val="accent1">
              <a:lumMod val="40000"/>
              <a:lumOff val="60000"/>
            </a:schemeClr>
          </a:solidFill>
          <a:ln w="0">
            <a:noFill/>
          </a:ln>
        </p:spPr>
        <p:style>
          <a:lnRef idx="0"/>
          <a:fillRef idx="0"/>
          <a:effectRef idx="0"/>
          <a:fontRef idx="minor"/>
        </p:style>
        <p:txBody>
          <a:bodyPr wrap="none" lIns="90000" rIns="90000" tIns="45000" bIns="45000" anchor="t">
            <a:spAutoFit/>
          </a:bodyPr>
          <a:p>
            <a:pPr defTabSz="3686760">
              <a:lnSpc>
                <a:spcPct val="100000"/>
              </a:lnSpc>
            </a:pPr>
            <a:r>
              <a:rPr b="0" lang="en-US" sz="3200" strike="noStrike" u="none">
                <a:solidFill>
                  <a:schemeClr val="dk1"/>
                </a:solidFill>
                <a:effectLst/>
                <a:uFillTx/>
                <a:latin typeface="Calibri"/>
              </a:rPr>
              <a:t>Lars Vilhuber, Takshil Sachdev, Ilanith Nizard</a:t>
            </a:r>
            <a:endParaRPr b="0" lang="en-US" sz="3200" strike="noStrike" u="none">
              <a:solidFill>
                <a:srgbClr val="000000"/>
              </a:solidFill>
              <a:effectLst/>
              <a:uFillTx/>
              <a:latin typeface="Arial"/>
            </a:endParaRPr>
          </a:p>
          <a:p>
            <a:pPr defTabSz="3686760">
              <a:lnSpc>
                <a:spcPct val="100000"/>
              </a:lnSpc>
            </a:pPr>
            <a:r>
              <a:rPr b="0" lang="en-US" sz="3200" strike="noStrike" u="none">
                <a:solidFill>
                  <a:schemeClr val="dk1"/>
                </a:solidFill>
                <a:effectLst/>
                <a:uFillTx/>
                <a:latin typeface="Calibri"/>
              </a:rPr>
              <a:t>(Cornell University)</a:t>
            </a:r>
            <a:endParaRPr b="0" lang="en-US" sz="3200" strike="noStrike" u="none">
              <a:solidFill>
                <a:srgbClr val="000000"/>
              </a:solidFill>
              <a:effectLst/>
              <a:uFillTx/>
              <a:latin typeface="Arial"/>
            </a:endParaRPr>
          </a:p>
          <a:p>
            <a:pPr defTabSz="3686760">
              <a:lnSpc>
                <a:spcPct val="100000"/>
              </a:lnSpc>
            </a:pPr>
            <a:r>
              <a:rPr b="0" i="1" lang="en-US" sz="3200" strike="noStrike" u="none">
                <a:solidFill>
                  <a:schemeClr val="dk1"/>
                </a:solidFill>
                <a:effectLst/>
                <a:uFillTx/>
                <a:latin typeface="Calibri"/>
              </a:rPr>
              <a:t>Corresponding author: </a:t>
            </a:r>
            <a:br>
              <a:rPr sz="3200"/>
            </a:br>
            <a:r>
              <a:rPr b="1" lang="en-US" sz="3200" strike="noStrike" u="none">
                <a:solidFill>
                  <a:schemeClr val="dk1"/>
                </a:solidFill>
                <a:effectLst/>
                <a:uFillTx/>
                <a:latin typeface="Calibri"/>
                <a:hlinkClick r:id="rId1"/>
              </a:rPr>
              <a:t>lars.vilhuber@cornell.edu</a:t>
            </a:r>
            <a:r>
              <a:rPr b="1" lang="en-US" sz="3200" strike="noStrike" u="none">
                <a:solidFill>
                  <a:schemeClr val="dk1"/>
                </a:solidFill>
                <a:effectLst/>
                <a:uFillTx/>
                <a:latin typeface="Calibri"/>
              </a:rPr>
              <a:t> or </a:t>
            </a:r>
            <a:r>
              <a:rPr b="1" lang="en-US" sz="3200" strike="noStrike" u="none">
                <a:solidFill>
                  <a:schemeClr val="dk1"/>
                </a:solidFill>
                <a:effectLst/>
                <a:uFillTx/>
                <a:latin typeface="Calibri"/>
                <a:hlinkClick r:id="rId2"/>
              </a:rPr>
              <a:t>lv39@cornell.edu</a:t>
            </a:r>
            <a:r>
              <a:rPr b="1" lang="en-US" sz="3200" strike="noStrike" u="none">
                <a:solidFill>
                  <a:schemeClr val="dk1"/>
                </a:solidFill>
                <a:effectLst/>
                <a:uFillTx/>
                <a:latin typeface="Calibri"/>
              </a:rPr>
              <a:t> </a:t>
            </a:r>
            <a:br>
              <a:rPr sz="3200"/>
            </a:br>
            <a:endParaRPr b="0" lang="en-US" sz="3200" strike="noStrike" u="none">
              <a:solidFill>
                <a:srgbClr val="000000"/>
              </a:solidFill>
              <a:effectLst/>
              <a:uFillTx/>
              <a:latin typeface="Arial"/>
            </a:endParaRPr>
          </a:p>
        </p:txBody>
      </p:sp>
      <p:sp>
        <p:nvSpPr>
          <p:cNvPr id="63" name="TextBox 6"/>
          <p:cNvSpPr/>
          <p:nvPr/>
        </p:nvSpPr>
        <p:spPr>
          <a:xfrm>
            <a:off x="1828800" y="38862000"/>
            <a:ext cx="2611440" cy="1004760"/>
          </a:xfrm>
          <a:prstGeom prst="rect">
            <a:avLst/>
          </a:prstGeom>
          <a:noFill/>
          <a:ln w="0">
            <a:noFill/>
          </a:ln>
        </p:spPr>
        <p:style>
          <a:lnRef idx="0"/>
          <a:fillRef idx="0"/>
          <a:effectRef idx="0"/>
          <a:fontRef idx="minor"/>
        </p:style>
        <p:txBody>
          <a:bodyPr wrap="none" lIns="90000" rIns="90000" tIns="45000" bIns="45000" anchor="t">
            <a:spAutoFit/>
          </a:bodyPr>
          <a:p>
            <a:pPr defTabSz="3686760">
              <a:lnSpc>
                <a:spcPct val="100000"/>
              </a:lnSpc>
            </a:pPr>
            <a:r>
              <a:rPr b="1" lang="en-US" sz="6000" strike="noStrike" u="none">
                <a:solidFill>
                  <a:schemeClr val="dk1"/>
                </a:solidFill>
                <a:effectLst/>
                <a:uFillTx/>
                <a:latin typeface="Calibri"/>
              </a:rPr>
              <a:t>Contact</a:t>
            </a:r>
            <a:endParaRPr b="0" lang="en-US" sz="6000" strike="noStrike" u="none">
              <a:solidFill>
                <a:srgbClr val="000000"/>
              </a:solidFill>
              <a:effectLst/>
              <a:uFillTx/>
              <a:latin typeface="Arial"/>
            </a:endParaRPr>
          </a:p>
        </p:txBody>
      </p:sp>
      <p:sp>
        <p:nvSpPr>
          <p:cNvPr id="64" name="TextBox 7"/>
          <p:cNvSpPr/>
          <p:nvPr/>
        </p:nvSpPr>
        <p:spPr>
          <a:xfrm>
            <a:off x="16916400" y="40050720"/>
            <a:ext cx="14172840" cy="2925720"/>
          </a:xfrm>
          <a:prstGeom prst="rect">
            <a:avLst/>
          </a:prstGeom>
          <a:noFill/>
          <a:ln w="0">
            <a:noFill/>
          </a:ln>
        </p:spPr>
        <p:style>
          <a:lnRef idx="0"/>
          <a:fillRef idx="0"/>
          <a:effectRef idx="0"/>
          <a:fontRef idx="minor"/>
        </p:style>
        <p:txBody>
          <a:bodyPr numCol="1" spcCol="457200" lIns="90000" rIns="90000" tIns="91440" bIns="91440" anchor="t">
            <a:noAutofit/>
          </a:bodyPr>
          <a:p>
            <a:pPr marL="457200" indent="-457200" defTabSz="3686760">
              <a:lnSpc>
                <a:spcPct val="100000"/>
              </a:lnSpc>
              <a:buClr>
                <a:srgbClr val="000000"/>
              </a:buClr>
              <a:buFont typeface="OpenSymbol"/>
              <a:buAutoNum type="arabicPeriod"/>
            </a:pPr>
            <a:r>
              <a:rPr b="0" lang="en-US" sz="1800" strike="noStrike" u="none">
                <a:solidFill>
                  <a:schemeClr val="dk1"/>
                </a:solidFill>
                <a:effectLst/>
                <a:uFillTx/>
                <a:latin typeface="Calibri"/>
              </a:rPr>
              <a:t>Vilhuber, Lars, Hyuk Harry Son, Meredith Welch, David N. Wasser, and Michael Darisse. 2022. “Teaching for Large-Scale Reproducibility Verification.” Journal of Statistics and Data Science Education 30 (3): 274–81. https://doi.org/10.1080/26939169.2022.2074582.  </a:t>
            </a:r>
            <a:endParaRPr b="0" lang="en-US" sz="1800" strike="noStrike" u="none">
              <a:solidFill>
                <a:srgbClr val="000000"/>
              </a:solidFill>
              <a:effectLst/>
              <a:uFillTx/>
              <a:latin typeface="Arial"/>
            </a:endParaRPr>
          </a:p>
          <a:p>
            <a:pPr marL="457200" indent="-457200" defTabSz="3686760">
              <a:lnSpc>
                <a:spcPct val="100000"/>
              </a:lnSpc>
              <a:buClr>
                <a:srgbClr val="000000"/>
              </a:buClr>
              <a:buFont typeface="OpenSymbol"/>
              <a:buAutoNum type="arabicPeriod"/>
            </a:pPr>
            <a:r>
              <a:rPr b="0" lang="en-US" sz="1800" strike="noStrike" u="none">
                <a:solidFill>
                  <a:schemeClr val="dk1"/>
                </a:solidFill>
                <a:effectLst/>
                <a:uFillTx/>
                <a:latin typeface="Calibri"/>
              </a:rPr>
              <a:t> Ball, Richard. 2023. “‘Yes We Can!’: A Practical Approach to Teaching Reproducibility to Undergraduates.” Harvard Data Science Review 5 (3). https://doi.org/10.1162/99608f92.9e002f7b. </a:t>
            </a:r>
            <a:endParaRPr b="0" lang="en-US" sz="1800" strike="noStrike" u="none">
              <a:solidFill>
                <a:srgbClr val="000000"/>
              </a:solidFill>
              <a:effectLst/>
              <a:uFillTx/>
              <a:latin typeface="Arial"/>
            </a:endParaRPr>
          </a:p>
          <a:p>
            <a:pPr marL="457200" indent="-457200" defTabSz="3686760">
              <a:lnSpc>
                <a:spcPct val="100000"/>
              </a:lnSpc>
              <a:buClr>
                <a:srgbClr val="000000"/>
              </a:buClr>
              <a:buFont typeface="OpenSymbol"/>
              <a:buAutoNum type="arabicPeriod"/>
            </a:pPr>
            <a:r>
              <a:rPr b="0" lang="en-US" sz="1800" strike="noStrike" u="none">
                <a:solidFill>
                  <a:schemeClr val="dk1"/>
                </a:solidFill>
                <a:effectLst/>
                <a:uFillTx/>
                <a:latin typeface="Calibri"/>
              </a:rPr>
              <a:t> </a:t>
            </a:r>
            <a:endParaRPr b="0" lang="en-US" sz="1800" strike="noStrike" u="none">
              <a:solidFill>
                <a:srgbClr val="000000"/>
              </a:solidFill>
              <a:effectLst/>
              <a:uFillTx/>
              <a:latin typeface="Arial"/>
            </a:endParaRPr>
          </a:p>
          <a:p>
            <a:pPr marL="457200" indent="-457200" defTabSz="3686760">
              <a:lnSpc>
                <a:spcPct val="100000"/>
              </a:lnSpc>
              <a:buClr>
                <a:srgbClr val="000000"/>
              </a:buClr>
              <a:buFont typeface="OpenSymbol"/>
              <a:buAutoNum type="arabicPeriod"/>
            </a:pPr>
            <a:r>
              <a:rPr b="0" lang="en-US" sz="1800" strike="noStrike" u="none">
                <a:solidFill>
                  <a:schemeClr val="dk1"/>
                </a:solidFill>
                <a:effectLst/>
                <a:uFillTx/>
                <a:latin typeface="Calibri"/>
              </a:rPr>
              <a:t> </a:t>
            </a:r>
            <a:endParaRPr b="0" lang="en-US" sz="1800" strike="noStrike" u="none">
              <a:solidFill>
                <a:srgbClr val="000000"/>
              </a:solidFill>
              <a:effectLst/>
              <a:uFillTx/>
              <a:latin typeface="Arial"/>
            </a:endParaRPr>
          </a:p>
          <a:p>
            <a:pPr marL="457200" indent="-457200" defTabSz="3686760">
              <a:lnSpc>
                <a:spcPct val="100000"/>
              </a:lnSpc>
              <a:buClr>
                <a:srgbClr val="000000"/>
              </a:buClr>
              <a:buFont typeface="OpenSymbol"/>
              <a:buAutoNum type="arabicPeriod"/>
            </a:pPr>
            <a:r>
              <a:rPr b="0" lang="en-US" sz="1800" strike="noStrike" u="none">
                <a:solidFill>
                  <a:schemeClr val="dk1"/>
                </a:solidFill>
                <a:effectLst/>
                <a:uFillTx/>
                <a:latin typeface="Calibri"/>
              </a:rPr>
              <a:t> </a:t>
            </a:r>
            <a:endParaRPr b="0" lang="en-US" sz="1800" strike="noStrike" u="none">
              <a:solidFill>
                <a:srgbClr val="000000"/>
              </a:solidFill>
              <a:effectLst/>
              <a:uFillTx/>
              <a:latin typeface="Arial"/>
            </a:endParaRPr>
          </a:p>
          <a:p>
            <a:pPr marL="457200" indent="-457200" defTabSz="3686760">
              <a:lnSpc>
                <a:spcPct val="100000"/>
              </a:lnSpc>
              <a:buClr>
                <a:srgbClr val="000000"/>
              </a:buClr>
              <a:buFont typeface="OpenSymbol"/>
              <a:buAutoNum type="arabicPeriod"/>
            </a:pPr>
            <a:r>
              <a:rPr b="0" lang="en-US" sz="1800" strike="noStrike" u="none">
                <a:solidFill>
                  <a:schemeClr val="dk1"/>
                </a:solidFill>
                <a:effectLst/>
                <a:uFillTx/>
                <a:latin typeface="Calibri"/>
              </a:rPr>
              <a:t> </a:t>
            </a:r>
            <a:endParaRPr b="0" lang="en-US" sz="1800" strike="noStrike" u="none">
              <a:solidFill>
                <a:srgbClr val="000000"/>
              </a:solidFill>
              <a:effectLst/>
              <a:uFillTx/>
              <a:latin typeface="Arial"/>
            </a:endParaRPr>
          </a:p>
          <a:p>
            <a:pPr marL="457200" indent="-457200" defTabSz="3686760">
              <a:lnSpc>
                <a:spcPct val="100000"/>
              </a:lnSpc>
              <a:buClr>
                <a:srgbClr val="000000"/>
              </a:buClr>
              <a:buFont typeface="OpenSymbol"/>
              <a:buAutoNum type="arabicPeriod"/>
            </a:pPr>
            <a:r>
              <a:rPr b="0" lang="en-US" sz="1800" strike="noStrike" u="none">
                <a:solidFill>
                  <a:schemeClr val="dk1"/>
                </a:solidFill>
                <a:effectLst/>
                <a:uFillTx/>
                <a:latin typeface="Calibri"/>
              </a:rPr>
              <a:t> </a:t>
            </a:r>
            <a:endParaRPr b="0" lang="en-US" sz="1800" strike="noStrike" u="none">
              <a:solidFill>
                <a:srgbClr val="000000"/>
              </a:solidFill>
              <a:effectLst/>
              <a:uFillTx/>
              <a:latin typeface="Arial"/>
            </a:endParaRPr>
          </a:p>
          <a:p>
            <a:pPr marL="457200" indent="-457200" defTabSz="3686760">
              <a:lnSpc>
                <a:spcPct val="100000"/>
              </a:lnSpc>
              <a:buClr>
                <a:srgbClr val="000000"/>
              </a:buClr>
              <a:buFont typeface="OpenSymbol"/>
              <a:buAutoNum type="arabicPeriod"/>
            </a:pPr>
            <a:r>
              <a:rPr b="0" lang="en-US" sz="1800" strike="noStrike" u="none">
                <a:solidFill>
                  <a:schemeClr val="dk1"/>
                </a:solidFill>
                <a:effectLst/>
                <a:uFillTx/>
                <a:latin typeface="Calibri"/>
              </a:rPr>
              <a:t> </a:t>
            </a:r>
            <a:endParaRPr b="0" lang="en-US" sz="1800" strike="noStrike" u="none">
              <a:solidFill>
                <a:srgbClr val="000000"/>
              </a:solidFill>
              <a:effectLst/>
              <a:uFillTx/>
              <a:latin typeface="Arial"/>
            </a:endParaRPr>
          </a:p>
          <a:p>
            <a:pPr marL="457200" indent="-457200" defTabSz="3686760">
              <a:lnSpc>
                <a:spcPct val="100000"/>
              </a:lnSpc>
              <a:buClr>
                <a:srgbClr val="000000"/>
              </a:buClr>
              <a:buFont typeface="OpenSymbol"/>
              <a:buAutoNum type="arabicPeriod"/>
            </a:pPr>
            <a:r>
              <a:rPr b="0" lang="en-US" sz="1800" strike="noStrike" u="none">
                <a:solidFill>
                  <a:schemeClr val="dk1"/>
                </a:solidFill>
                <a:effectLst/>
                <a:uFillTx/>
                <a:latin typeface="Calibri"/>
              </a:rPr>
              <a:t> </a:t>
            </a:r>
            <a:endParaRPr b="0" lang="en-US" sz="1800" strike="noStrike" u="none">
              <a:solidFill>
                <a:srgbClr val="000000"/>
              </a:solidFill>
              <a:effectLst/>
              <a:uFillTx/>
              <a:latin typeface="Arial"/>
            </a:endParaRPr>
          </a:p>
          <a:p>
            <a:pPr marL="457200" indent="-457200" defTabSz="3686760">
              <a:lnSpc>
                <a:spcPct val="100000"/>
              </a:lnSpc>
              <a:buClr>
                <a:srgbClr val="000000"/>
              </a:buClr>
              <a:buFont typeface="OpenSymbol"/>
              <a:buAutoNum type="arabicPeriod"/>
            </a:pPr>
            <a:r>
              <a:rPr b="0" lang="en-US" sz="1800" strike="noStrike" u="none">
                <a:solidFill>
                  <a:schemeClr val="dk1"/>
                </a:solidFill>
                <a:effectLst/>
                <a:uFillTx/>
                <a:latin typeface="Calibri"/>
              </a:rPr>
              <a:t>  </a:t>
            </a:r>
            <a:endParaRPr b="0" lang="en-US" sz="1800" strike="noStrike" u="none">
              <a:solidFill>
                <a:srgbClr val="000000"/>
              </a:solidFill>
              <a:effectLst/>
              <a:uFillTx/>
              <a:latin typeface="Arial"/>
            </a:endParaRPr>
          </a:p>
          <a:p>
            <a:pPr defTabSz="3686760">
              <a:lnSpc>
                <a:spcPct val="100000"/>
              </a:lnSpc>
            </a:pPr>
            <a:endParaRPr b="0" lang="en-US" sz="1800" strike="noStrike" u="none">
              <a:solidFill>
                <a:srgbClr val="000000"/>
              </a:solidFill>
              <a:effectLst/>
              <a:uFillTx/>
              <a:latin typeface="Arial"/>
            </a:endParaRPr>
          </a:p>
        </p:txBody>
      </p:sp>
      <p:sp>
        <p:nvSpPr>
          <p:cNvPr id="65" name="TextBox 8"/>
          <p:cNvSpPr/>
          <p:nvPr/>
        </p:nvSpPr>
        <p:spPr>
          <a:xfrm>
            <a:off x="16916400" y="38862000"/>
            <a:ext cx="3649320" cy="1004760"/>
          </a:xfrm>
          <a:prstGeom prst="rect">
            <a:avLst/>
          </a:prstGeom>
          <a:noFill/>
          <a:ln w="0">
            <a:noFill/>
          </a:ln>
        </p:spPr>
        <p:style>
          <a:lnRef idx="0"/>
          <a:fillRef idx="0"/>
          <a:effectRef idx="0"/>
          <a:fontRef idx="minor"/>
        </p:style>
        <p:txBody>
          <a:bodyPr wrap="none" lIns="90000" rIns="90000" tIns="45000" bIns="45000" anchor="t">
            <a:spAutoFit/>
          </a:bodyPr>
          <a:p>
            <a:pPr defTabSz="3686760">
              <a:lnSpc>
                <a:spcPct val="100000"/>
              </a:lnSpc>
            </a:pPr>
            <a:r>
              <a:rPr b="1" lang="en-US" sz="6000" strike="noStrike" u="none">
                <a:solidFill>
                  <a:schemeClr val="dk1"/>
                </a:solidFill>
                <a:effectLst/>
                <a:uFillTx/>
                <a:latin typeface="Calibri"/>
              </a:rPr>
              <a:t>References</a:t>
            </a:r>
            <a:endParaRPr b="0" lang="en-US" sz="6000" strike="noStrike" u="none">
              <a:solidFill>
                <a:srgbClr val="000000"/>
              </a:solidFill>
              <a:effectLst/>
              <a:uFillTx/>
              <a:latin typeface="Arial"/>
            </a:endParaRPr>
          </a:p>
        </p:txBody>
      </p:sp>
      <p:sp>
        <p:nvSpPr>
          <p:cNvPr id="66" name="Text Box 189"/>
          <p:cNvSpPr/>
          <p:nvPr/>
        </p:nvSpPr>
        <p:spPr>
          <a:xfrm>
            <a:off x="1828800" y="7086600"/>
            <a:ext cx="14172840" cy="5244120"/>
          </a:xfrm>
          <a:prstGeom prst="rect">
            <a:avLst/>
          </a:prstGeom>
          <a:solidFill>
            <a:schemeClr val="lt1"/>
          </a:solidFill>
          <a:ln w="12600">
            <a:solidFill>
              <a:schemeClr val="accent1">
                <a:lumMod val="75000"/>
              </a:schemeClr>
            </a:solidFill>
            <a:round/>
          </a:ln>
        </p:spPr>
        <p:style>
          <a:lnRef idx="0"/>
          <a:fillRef idx="0"/>
          <a:effectRef idx="0"/>
          <a:fontRef idx="minor"/>
        </p:style>
        <p:txBody>
          <a:bodyPr lIns="182880" rIns="182880" tIns="182880" bIns="182880" anchor="t">
            <a:spAutoFit/>
          </a:bodyPr>
          <a:p>
            <a:pPr defTabSz="3686760">
              <a:lnSpc>
                <a:spcPct val="100000"/>
              </a:lnSpc>
            </a:pPr>
            <a:r>
              <a:rPr b="0" lang="en-US" sz="3200" strike="noStrike" u="none">
                <a:solidFill>
                  <a:schemeClr val="dk1"/>
                </a:solidFill>
                <a:effectLst/>
                <a:uFillTx/>
                <a:latin typeface="Calibri"/>
              </a:rPr>
              <a:t>For the past 8 years, the LDI Replication Lab has verified the </a:t>
            </a:r>
            <a:r>
              <a:rPr b="1" lang="en-US" sz="3200" strike="noStrike" u="none">
                <a:solidFill>
                  <a:schemeClr val="dk1"/>
                </a:solidFill>
                <a:effectLst/>
                <a:uFillTx/>
                <a:latin typeface="Calibri"/>
              </a:rPr>
              <a:t>computational reproducibility</a:t>
            </a:r>
            <a:r>
              <a:rPr b="0" lang="en-US" sz="3200" strike="noStrike" u="none">
                <a:solidFill>
                  <a:schemeClr val="dk1"/>
                </a:solidFill>
                <a:effectLst/>
                <a:uFillTx/>
                <a:latin typeface="Calibri"/>
              </a:rPr>
              <a:t> of papers appearing in AEA journals. Over </a:t>
            </a:r>
            <a:r>
              <a:rPr b="1" lang="en-US" sz="3200" strike="noStrike" u="none">
                <a:solidFill>
                  <a:schemeClr val="dk1"/>
                </a:solidFill>
                <a:effectLst/>
                <a:uFillTx/>
                <a:latin typeface="Calibri"/>
              </a:rPr>
              <a:t>200 undergraduate</a:t>
            </a:r>
            <a:r>
              <a:rPr b="0" lang="en-US" sz="3200" strike="noStrike" u="none">
                <a:solidFill>
                  <a:schemeClr val="dk1"/>
                </a:solidFill>
                <a:effectLst/>
                <a:uFillTx/>
                <a:latin typeface="Calibri"/>
              </a:rPr>
              <a:t> students have participated in this activity. They received intensive training at the start of their participation, and gained experience throughout. This poster will identify how to scale this particular way of teaching reproducibility into a classroom-based, semester-long activity. We believe, based on feedback from "graduates" of the Lab, that the experience of hands-on engagement with data and code for conditionally accepted manuscripts is highly beneficial to the education and professional development of the students employed as Replication Interns (see also Vilhuber et al, 2022; Ball, 2023). </a:t>
            </a:r>
            <a:endParaRPr b="0" lang="en-US" sz="3200" strike="noStrike" u="none">
              <a:solidFill>
                <a:srgbClr val="000000"/>
              </a:solidFill>
              <a:effectLst/>
              <a:uFillTx/>
              <a:latin typeface="Arial"/>
            </a:endParaRPr>
          </a:p>
        </p:txBody>
      </p:sp>
      <p:sp>
        <p:nvSpPr>
          <p:cNvPr id="67" name="Rectangle 10"/>
          <p:cNvSpPr/>
          <p:nvPr/>
        </p:nvSpPr>
        <p:spPr>
          <a:xfrm>
            <a:off x="1828800" y="6126480"/>
            <a:ext cx="14172840" cy="1005120"/>
          </a:xfrm>
          <a:prstGeom prst="rect">
            <a:avLst/>
          </a:prstGeom>
          <a:solidFill>
            <a:schemeClr val="accent1">
              <a:lumMod val="75000"/>
            </a:schemeClr>
          </a:solidFill>
          <a:ln w="12600">
            <a:solidFill>
              <a:schemeClr val="accent1"/>
            </a:solidFill>
            <a:miter/>
          </a:ln>
        </p:spPr>
        <p:style>
          <a:lnRef idx="0"/>
          <a:fillRef idx="0"/>
          <a:effectRef idx="0"/>
          <a:fontRef idx="minor"/>
        </p:style>
        <p:txBody>
          <a:bodyPr lIns="90000" rIns="90000" tIns="45000" bIns="45000" anchor="ctr">
            <a:spAutoFit/>
          </a:bodyPr>
          <a:p>
            <a:pPr algn="ctr" defTabSz="3686760">
              <a:lnSpc>
                <a:spcPct val="100000"/>
              </a:lnSpc>
            </a:pPr>
            <a:r>
              <a:rPr b="1" lang="en-US" sz="6000" strike="noStrike" u="none">
                <a:solidFill>
                  <a:schemeClr val="accent3">
                    <a:lumMod val="20000"/>
                    <a:lumOff val="80000"/>
                  </a:schemeClr>
                </a:solidFill>
                <a:effectLst/>
                <a:uFillTx/>
                <a:latin typeface="Calibri"/>
              </a:rPr>
              <a:t>Abstract</a:t>
            </a:r>
            <a:endParaRPr b="0" lang="en-US" sz="6000" strike="noStrike" u="none">
              <a:solidFill>
                <a:srgbClr val="ffffff"/>
              </a:solidFill>
              <a:effectLst/>
              <a:uFillTx/>
              <a:latin typeface="Arial"/>
            </a:endParaRPr>
          </a:p>
        </p:txBody>
      </p:sp>
      <p:sp>
        <p:nvSpPr>
          <p:cNvPr id="68" name="Text Box 194"/>
          <p:cNvSpPr/>
          <p:nvPr/>
        </p:nvSpPr>
        <p:spPr>
          <a:xfrm>
            <a:off x="16916400" y="7086600"/>
            <a:ext cx="14172840" cy="5244120"/>
          </a:xfrm>
          <a:prstGeom prst="rect">
            <a:avLst/>
          </a:prstGeom>
          <a:solidFill>
            <a:schemeClr val="lt1"/>
          </a:solidFill>
          <a:ln w="12600">
            <a:solidFill>
              <a:schemeClr val="accent1">
                <a:lumMod val="75000"/>
              </a:schemeClr>
            </a:solidFill>
            <a:round/>
          </a:ln>
        </p:spPr>
        <p:style>
          <a:lnRef idx="0"/>
          <a:fillRef idx="0"/>
          <a:effectRef idx="0"/>
          <a:fontRef idx="minor"/>
        </p:style>
        <p:txBody>
          <a:bodyPr lIns="182880" rIns="182880" tIns="182880" bIns="182880" anchor="t">
            <a:spAutoFit/>
          </a:bodyPr>
          <a:p>
            <a:pPr defTabSz="3686760">
              <a:lnSpc>
                <a:spcPct val="100000"/>
              </a:lnSpc>
            </a:pPr>
            <a:r>
              <a:rPr b="0" lang="en-US" sz="3200" strike="noStrike" u="none">
                <a:solidFill>
                  <a:schemeClr val="dk1"/>
                </a:solidFill>
                <a:effectLst/>
                <a:uFillTx/>
                <a:latin typeface="Calibri"/>
              </a:rPr>
              <a:t>One key issue is how to obtain realistic input -- the replication code accompanying submitted journals. While initial training can happen on recently published articles, a steady flow of non-time-sensitive articles is needed. If implemented at various colleges, we plan to organize a "pool" of articles to which authors, wishing to submit to journals, can submit their code, and can expect a realistic response within 2-3 months. A pool of "editors", which need not be the instructor themselves, can handle reviewing the real reports that get sent back to real authors. A long-term outcome of this is for students to see, possibly within a year, the results of their recommendations being published as replication packages at journals.</a:t>
            </a:r>
            <a:endParaRPr b="0" lang="en-US" sz="3200" strike="noStrike" u="none">
              <a:solidFill>
                <a:srgbClr val="000000"/>
              </a:solidFill>
              <a:effectLst/>
              <a:uFillTx/>
              <a:latin typeface="Arial"/>
            </a:endParaRPr>
          </a:p>
        </p:txBody>
      </p:sp>
      <p:sp>
        <p:nvSpPr>
          <p:cNvPr id="69" name="Rectangle 12"/>
          <p:cNvSpPr/>
          <p:nvPr/>
        </p:nvSpPr>
        <p:spPr>
          <a:xfrm>
            <a:off x="1828800" y="14127480"/>
            <a:ext cx="14172840" cy="1005120"/>
          </a:xfrm>
          <a:prstGeom prst="rect">
            <a:avLst/>
          </a:prstGeom>
          <a:solidFill>
            <a:schemeClr val="accent1">
              <a:lumMod val="75000"/>
            </a:schemeClr>
          </a:solidFill>
          <a:ln w="12600">
            <a:solidFill>
              <a:schemeClr val="accent1"/>
            </a:solidFill>
            <a:miter/>
          </a:ln>
        </p:spPr>
        <p:style>
          <a:lnRef idx="0"/>
          <a:fillRef idx="0"/>
          <a:effectRef idx="0"/>
          <a:fontRef idx="minor"/>
        </p:style>
        <p:txBody>
          <a:bodyPr lIns="90000" rIns="90000" tIns="45000" bIns="45000" anchor="ctr">
            <a:spAutoFit/>
          </a:bodyPr>
          <a:p>
            <a:pPr algn="ctr" defTabSz="3686760">
              <a:lnSpc>
                <a:spcPct val="100000"/>
              </a:lnSpc>
            </a:pPr>
            <a:r>
              <a:rPr b="1" lang="en-US" sz="6000" strike="noStrike" u="none">
                <a:solidFill>
                  <a:schemeClr val="accent3">
                    <a:lumMod val="20000"/>
                    <a:lumOff val="80000"/>
                  </a:schemeClr>
                </a:solidFill>
                <a:effectLst/>
                <a:uFillTx/>
                <a:latin typeface="Calibri"/>
              </a:rPr>
              <a:t>Introduction</a:t>
            </a:r>
            <a:endParaRPr b="0" lang="en-US" sz="6000" strike="noStrike" u="none">
              <a:solidFill>
                <a:srgbClr val="ffffff"/>
              </a:solidFill>
              <a:effectLst/>
              <a:uFillTx/>
              <a:latin typeface="Arial"/>
            </a:endParaRPr>
          </a:p>
        </p:txBody>
      </p:sp>
      <p:sp>
        <p:nvSpPr>
          <p:cNvPr id="70" name="Text Box 192"/>
          <p:cNvSpPr/>
          <p:nvPr/>
        </p:nvSpPr>
        <p:spPr>
          <a:xfrm>
            <a:off x="1828800" y="31546800"/>
            <a:ext cx="14172840" cy="6219720"/>
          </a:xfrm>
          <a:prstGeom prst="rect">
            <a:avLst/>
          </a:prstGeom>
          <a:solidFill>
            <a:schemeClr val="lt1"/>
          </a:solidFill>
          <a:ln w="12600">
            <a:solidFill>
              <a:schemeClr val="accent1">
                <a:lumMod val="75000"/>
              </a:schemeClr>
            </a:solidFill>
            <a:round/>
          </a:ln>
        </p:spPr>
        <p:style>
          <a:lnRef idx="0"/>
          <a:fillRef idx="0"/>
          <a:effectRef idx="0"/>
          <a:fontRef idx="minor"/>
        </p:style>
        <p:txBody>
          <a:bodyPr lIns="182880" rIns="182880" tIns="182880" bIns="182880" anchor="t">
            <a:spAutoFit/>
          </a:bodyPr>
          <a:p>
            <a:pPr defTabSz="3686760">
              <a:lnSpc>
                <a:spcPct val="100000"/>
              </a:lnSpc>
            </a:pPr>
            <a:r>
              <a:rPr b="0" lang="en-US" sz="3200" strike="noStrike" u="none">
                <a:solidFill>
                  <a:schemeClr val="dk1"/>
                </a:solidFill>
                <a:effectLst/>
                <a:uFillTx/>
                <a:latin typeface="Calibri"/>
              </a:rPr>
              <a:t>Over the past 8 years, we have trained 200+ students, in 3 training sessions per year, who have subsequently helped produce  4,470 reports on 2,791 articles. The majority of undergraduate students were recruited at Cornell University, from across STEM and social science fields, mostly sophomores and juniors.  We have expanded the search, via the  conducted pilot studies in the past three summers with about 20 non-Cornell students from various universities and colleges. This has allowed us to identify the necessary pre-requisites, as well as the technical tooling and setup available in a broader setting. We believe that such a classroom activity can be implemented in many colleges and universities at the undergraduate level, and hope to discuss with attendees of the poster session. </a:t>
            </a:r>
            <a:endParaRPr b="0" lang="en-US" sz="3200" strike="noStrike" u="none">
              <a:solidFill>
                <a:srgbClr val="000000"/>
              </a:solidFill>
              <a:effectLst/>
              <a:uFillTx/>
              <a:latin typeface="Arial"/>
            </a:endParaRPr>
          </a:p>
          <a:p>
            <a:pPr defTabSz="3686760">
              <a:lnSpc>
                <a:spcPct val="100000"/>
              </a:lnSpc>
            </a:pPr>
            <a:endParaRPr b="0" lang="en-US" sz="3200" strike="noStrike" u="none">
              <a:solidFill>
                <a:srgbClr val="000000"/>
              </a:solidFill>
              <a:effectLst/>
              <a:uFillTx/>
              <a:latin typeface="Arial"/>
            </a:endParaRPr>
          </a:p>
          <a:p>
            <a:pPr defTabSz="3686760">
              <a:lnSpc>
                <a:spcPct val="100000"/>
              </a:lnSpc>
            </a:pPr>
            <a:endParaRPr b="0" lang="en-US" sz="3200" strike="noStrike" u="none">
              <a:solidFill>
                <a:srgbClr val="000000"/>
              </a:solidFill>
              <a:effectLst/>
              <a:uFillTx/>
              <a:latin typeface="Arial"/>
            </a:endParaRPr>
          </a:p>
        </p:txBody>
      </p:sp>
      <p:sp>
        <p:nvSpPr>
          <p:cNvPr id="71" name="Rectangle 14"/>
          <p:cNvSpPr/>
          <p:nvPr/>
        </p:nvSpPr>
        <p:spPr>
          <a:xfrm>
            <a:off x="1828800" y="30586680"/>
            <a:ext cx="14172840" cy="1005120"/>
          </a:xfrm>
          <a:prstGeom prst="rect">
            <a:avLst/>
          </a:prstGeom>
          <a:solidFill>
            <a:schemeClr val="accent1">
              <a:lumMod val="75000"/>
            </a:schemeClr>
          </a:solidFill>
          <a:ln w="12600">
            <a:solidFill>
              <a:schemeClr val="accent1"/>
            </a:solidFill>
            <a:miter/>
          </a:ln>
        </p:spPr>
        <p:style>
          <a:lnRef idx="0"/>
          <a:fillRef idx="0"/>
          <a:effectRef idx="0"/>
          <a:fontRef idx="minor"/>
        </p:style>
        <p:txBody>
          <a:bodyPr lIns="90000" rIns="90000" tIns="45000" bIns="45000" anchor="ctr">
            <a:spAutoFit/>
          </a:bodyPr>
          <a:p>
            <a:pPr algn="ctr" defTabSz="3686760">
              <a:lnSpc>
                <a:spcPct val="100000"/>
              </a:lnSpc>
            </a:pPr>
            <a:r>
              <a:rPr b="1" lang="en-US" sz="6000" strike="noStrike" u="none">
                <a:solidFill>
                  <a:schemeClr val="accent3">
                    <a:lumMod val="20000"/>
                    <a:lumOff val="80000"/>
                  </a:schemeClr>
                </a:solidFill>
                <a:effectLst/>
                <a:uFillTx/>
                <a:latin typeface="Calibri"/>
              </a:rPr>
              <a:t>Methods and Materials</a:t>
            </a:r>
            <a:endParaRPr b="0" lang="en-US" sz="6000" strike="noStrike" u="none">
              <a:solidFill>
                <a:srgbClr val="ffffff"/>
              </a:solidFill>
              <a:effectLst/>
              <a:uFillTx/>
              <a:latin typeface="Arial"/>
            </a:endParaRPr>
          </a:p>
        </p:txBody>
      </p:sp>
      <p:sp>
        <p:nvSpPr>
          <p:cNvPr id="72" name="Text Box 191"/>
          <p:cNvSpPr/>
          <p:nvPr/>
        </p:nvSpPr>
        <p:spPr>
          <a:xfrm>
            <a:off x="16916400" y="23058360"/>
            <a:ext cx="14172840" cy="6219720"/>
          </a:xfrm>
          <a:prstGeom prst="rect">
            <a:avLst/>
          </a:prstGeom>
          <a:solidFill>
            <a:schemeClr val="lt1"/>
          </a:solidFill>
          <a:ln w="12600">
            <a:solidFill>
              <a:schemeClr val="accent1">
                <a:lumMod val="75000"/>
              </a:schemeClr>
            </a:solidFill>
            <a:round/>
          </a:ln>
        </p:spPr>
        <p:style>
          <a:lnRef idx="0"/>
          <a:fillRef idx="0"/>
          <a:effectRef idx="0"/>
          <a:fontRef idx="minor"/>
        </p:style>
        <p:txBody>
          <a:bodyPr lIns="182880" rIns="182880" tIns="182880" bIns="182880" anchor="t">
            <a:spAutoFit/>
          </a:bodyPr>
          <a:p>
            <a:pPr defTabSz="3686760">
              <a:lnSpc>
                <a:spcPct val="100000"/>
              </a:lnSpc>
            </a:pPr>
            <a:r>
              <a:rPr b="0" lang="en-US" sz="3200" strike="noStrike" u="none">
                <a:solidFill>
                  <a:schemeClr val="dk1"/>
                </a:solidFill>
                <a:effectLst/>
                <a:uFillTx/>
                <a:latin typeface="Calibri"/>
              </a:rPr>
              <a:t>Click here to insert your Discussion text. Type it in or copy and paste from your Word document or other source.</a:t>
            </a:r>
            <a:endParaRPr b="0" lang="en-US" sz="3200" strike="noStrike" u="none">
              <a:solidFill>
                <a:srgbClr val="000000"/>
              </a:solidFill>
              <a:effectLst/>
              <a:uFillTx/>
              <a:latin typeface="Arial"/>
            </a:endParaRPr>
          </a:p>
          <a:p>
            <a:pPr defTabSz="3686760">
              <a:lnSpc>
                <a:spcPct val="100000"/>
              </a:lnSpc>
            </a:pPr>
            <a:endParaRPr b="0" lang="en-US" sz="3200" strike="noStrike" u="none">
              <a:solidFill>
                <a:srgbClr val="000000"/>
              </a:solidFill>
              <a:effectLst/>
              <a:uFillTx/>
              <a:latin typeface="Arial"/>
            </a:endParaRPr>
          </a:p>
          <a:p>
            <a:pPr defTabSz="3686760">
              <a:lnSpc>
                <a:spcPct val="100000"/>
              </a:lnSpc>
            </a:pPr>
            <a:r>
              <a:rPr b="0" lang="en-US" sz="3200" strike="noStrike" u="none">
                <a:solidFill>
                  <a:schemeClr val="dk1"/>
                </a:solidFill>
                <a:effectLst/>
                <a:uFillTx/>
                <a:latin typeface="Calibri"/>
              </a:rPr>
              <a:t>This text box will automatically re-size to your text. To turn off that feature, right click inside this box and go to </a:t>
            </a:r>
            <a:r>
              <a:rPr b="1" lang="en-US" sz="3200" strike="noStrike" u="none">
                <a:solidFill>
                  <a:schemeClr val="dk1"/>
                </a:solidFill>
                <a:effectLst/>
                <a:uFillTx/>
                <a:latin typeface="Calibri"/>
              </a:rPr>
              <a:t>Format Shape, Text Box, Autofit</a:t>
            </a:r>
            <a:r>
              <a:rPr b="0" lang="en-US" sz="3200" strike="noStrike" u="none">
                <a:solidFill>
                  <a:schemeClr val="dk1"/>
                </a:solidFill>
                <a:effectLst/>
                <a:uFillTx/>
                <a:latin typeface="Calibri"/>
              </a:rPr>
              <a:t>, and select the “Do Not Autofit” radio button.</a:t>
            </a:r>
            <a:endParaRPr b="0" lang="en-US" sz="3200" strike="noStrike" u="none">
              <a:solidFill>
                <a:srgbClr val="000000"/>
              </a:solidFill>
              <a:effectLst/>
              <a:uFillTx/>
              <a:latin typeface="Arial"/>
            </a:endParaRPr>
          </a:p>
          <a:p>
            <a:pPr defTabSz="3686760">
              <a:lnSpc>
                <a:spcPct val="100000"/>
              </a:lnSpc>
            </a:pPr>
            <a:endParaRPr b="0" lang="en-US" sz="3200" strike="noStrike" u="none">
              <a:solidFill>
                <a:srgbClr val="000000"/>
              </a:solidFill>
              <a:effectLst/>
              <a:uFillTx/>
              <a:latin typeface="Arial"/>
            </a:endParaRPr>
          </a:p>
          <a:p>
            <a:pPr defTabSz="3686760">
              <a:lnSpc>
                <a:spcPct val="100000"/>
              </a:lnSpc>
            </a:pPr>
            <a:r>
              <a:rPr b="0" lang="en-US" sz="3200" strike="noStrike" u="none">
                <a:solidFill>
                  <a:schemeClr val="dk1"/>
                </a:solidFill>
                <a:effectLst/>
                <a:uFillTx/>
                <a:latin typeface="Calibri"/>
              </a:rPr>
              <a:t>To change the font style of this text box: Click on the border once to highlight the entire text box, then select a different font or font size that suits you. This text is Calibri 32pt and is easily read up to 4 feet away on a 48x36 poster.</a:t>
            </a:r>
            <a:endParaRPr b="0" lang="en-US" sz="3200" strike="noStrike" u="none">
              <a:solidFill>
                <a:srgbClr val="000000"/>
              </a:solidFill>
              <a:effectLst/>
              <a:uFillTx/>
              <a:latin typeface="Arial"/>
            </a:endParaRPr>
          </a:p>
          <a:p>
            <a:pPr defTabSz="3686760">
              <a:lnSpc>
                <a:spcPct val="100000"/>
              </a:lnSpc>
            </a:pPr>
            <a:endParaRPr b="0" lang="en-US" sz="3200" strike="noStrike" u="none">
              <a:solidFill>
                <a:srgbClr val="000000"/>
              </a:solidFill>
              <a:effectLst/>
              <a:uFillTx/>
              <a:latin typeface="Arial"/>
            </a:endParaRPr>
          </a:p>
          <a:p>
            <a:pPr defTabSz="3686760">
              <a:lnSpc>
                <a:spcPct val="100000"/>
              </a:lnSpc>
            </a:pPr>
            <a:r>
              <a:rPr b="0" lang="en-US" sz="3200" strike="noStrike" u="none">
                <a:solidFill>
                  <a:schemeClr val="dk1"/>
                </a:solidFill>
                <a:effectLst/>
                <a:uFillTx/>
                <a:latin typeface="Calibri"/>
              </a:rPr>
              <a:t>Zoom out to 100% to preview what this will look like on your printed poster.</a:t>
            </a:r>
            <a:endParaRPr b="0" lang="en-US" sz="3200" strike="noStrike" u="none">
              <a:solidFill>
                <a:srgbClr val="000000"/>
              </a:solidFill>
              <a:effectLst/>
              <a:uFillTx/>
              <a:latin typeface="Arial"/>
            </a:endParaRPr>
          </a:p>
        </p:txBody>
      </p:sp>
      <p:sp>
        <p:nvSpPr>
          <p:cNvPr id="73" name="Rectangle 16"/>
          <p:cNvSpPr/>
          <p:nvPr/>
        </p:nvSpPr>
        <p:spPr>
          <a:xfrm>
            <a:off x="16916400" y="22143960"/>
            <a:ext cx="14172840" cy="914040"/>
          </a:xfrm>
          <a:prstGeom prst="rect">
            <a:avLst/>
          </a:prstGeom>
          <a:solidFill>
            <a:schemeClr val="accent1">
              <a:lumMod val="75000"/>
            </a:schemeClr>
          </a:solidFill>
          <a:ln w="12600">
            <a:solidFill>
              <a:schemeClr val="accent1"/>
            </a:solidFill>
            <a:miter/>
          </a:ln>
        </p:spPr>
        <p:style>
          <a:lnRef idx="0"/>
          <a:fillRef idx="0"/>
          <a:effectRef idx="0"/>
          <a:fontRef idx="minor"/>
        </p:style>
        <p:txBody>
          <a:bodyPr lIns="90000" rIns="90000" tIns="45000" bIns="45000" anchor="ctr">
            <a:noAutofit/>
          </a:bodyPr>
          <a:p>
            <a:pPr algn="ctr" defTabSz="3686760">
              <a:lnSpc>
                <a:spcPct val="100000"/>
              </a:lnSpc>
            </a:pPr>
            <a:r>
              <a:rPr b="1" lang="en-US" sz="6000" strike="noStrike" u="none">
                <a:solidFill>
                  <a:schemeClr val="accent3">
                    <a:lumMod val="20000"/>
                    <a:lumOff val="80000"/>
                  </a:schemeClr>
                </a:solidFill>
                <a:effectLst/>
                <a:uFillTx/>
                <a:latin typeface="Calibri"/>
              </a:rPr>
              <a:t>Discussion</a:t>
            </a:r>
            <a:endParaRPr b="0" lang="en-US" sz="6000" strike="noStrike" u="none">
              <a:solidFill>
                <a:srgbClr val="ffffff"/>
              </a:solidFill>
              <a:effectLst/>
              <a:uFillTx/>
              <a:latin typeface="Arial"/>
            </a:endParaRPr>
          </a:p>
        </p:txBody>
      </p:sp>
      <p:sp>
        <p:nvSpPr>
          <p:cNvPr id="74" name="Text Box 193"/>
          <p:cNvSpPr/>
          <p:nvPr/>
        </p:nvSpPr>
        <p:spPr>
          <a:xfrm>
            <a:off x="16916400" y="34501320"/>
            <a:ext cx="14172840" cy="3292920"/>
          </a:xfrm>
          <a:prstGeom prst="rect">
            <a:avLst/>
          </a:prstGeom>
          <a:solidFill>
            <a:schemeClr val="lt1"/>
          </a:solidFill>
          <a:ln w="12600">
            <a:solidFill>
              <a:schemeClr val="accent1">
                <a:lumMod val="75000"/>
              </a:schemeClr>
            </a:solidFill>
            <a:round/>
          </a:ln>
        </p:spPr>
        <p:style>
          <a:lnRef idx="0"/>
          <a:fillRef idx="0"/>
          <a:effectRef idx="0"/>
          <a:fontRef idx="minor"/>
        </p:style>
        <p:txBody>
          <a:bodyPr lIns="182880" rIns="182880" tIns="182880" bIns="182880" anchor="t">
            <a:spAutoFit/>
          </a:bodyPr>
          <a:p>
            <a:pPr defTabSz="3686760">
              <a:lnSpc>
                <a:spcPct val="100000"/>
              </a:lnSpc>
            </a:pPr>
            <a:r>
              <a:rPr b="0" lang="en-US" sz="3200" strike="noStrike" u="none">
                <a:solidFill>
                  <a:schemeClr val="dk1"/>
                </a:solidFill>
                <a:effectLst/>
                <a:uFillTx/>
                <a:latin typeface="Calibri"/>
              </a:rPr>
              <a:t>Click here to insert your Conclusions text. Type it in or copy and paste from your Word document or other source.</a:t>
            </a:r>
            <a:endParaRPr b="0" lang="en-US" sz="3200" strike="noStrike" u="none">
              <a:solidFill>
                <a:srgbClr val="000000"/>
              </a:solidFill>
              <a:effectLst/>
              <a:uFillTx/>
              <a:latin typeface="Arial"/>
            </a:endParaRPr>
          </a:p>
          <a:p>
            <a:pPr defTabSz="3686760">
              <a:lnSpc>
                <a:spcPct val="100000"/>
              </a:lnSpc>
            </a:pPr>
            <a:endParaRPr b="0" lang="en-US" sz="3200" strike="noStrike" u="none">
              <a:solidFill>
                <a:srgbClr val="000000"/>
              </a:solidFill>
              <a:effectLst/>
              <a:uFillTx/>
              <a:latin typeface="Arial"/>
            </a:endParaRPr>
          </a:p>
          <a:p>
            <a:pPr defTabSz="3686760">
              <a:lnSpc>
                <a:spcPct val="100000"/>
              </a:lnSpc>
            </a:pPr>
            <a:r>
              <a:rPr b="0" lang="en-US" sz="3200" strike="noStrike" u="none">
                <a:solidFill>
                  <a:schemeClr val="dk1"/>
                </a:solidFill>
                <a:effectLst/>
                <a:uFillTx/>
                <a:latin typeface="Calibri"/>
              </a:rPr>
              <a:t>This text box will automatically re-size to your text. To turn off that feature, right click inside this box and go to </a:t>
            </a:r>
            <a:r>
              <a:rPr b="1" lang="en-US" sz="3200" strike="noStrike" u="none">
                <a:solidFill>
                  <a:schemeClr val="dk1"/>
                </a:solidFill>
                <a:effectLst/>
                <a:uFillTx/>
                <a:latin typeface="Calibri"/>
              </a:rPr>
              <a:t>Format Shape, Text Box, Autofit</a:t>
            </a:r>
            <a:r>
              <a:rPr b="0" lang="en-US" sz="3200" strike="noStrike" u="none">
                <a:solidFill>
                  <a:schemeClr val="dk1"/>
                </a:solidFill>
                <a:effectLst/>
                <a:uFillTx/>
                <a:latin typeface="Calibri"/>
              </a:rPr>
              <a:t>, and select the “Do Not Autofit” radio button.</a:t>
            </a:r>
            <a:endParaRPr b="0" lang="en-US" sz="3200" strike="noStrike" u="none">
              <a:solidFill>
                <a:srgbClr val="000000"/>
              </a:solidFill>
              <a:effectLst/>
              <a:uFillTx/>
              <a:latin typeface="Arial"/>
            </a:endParaRPr>
          </a:p>
        </p:txBody>
      </p:sp>
      <p:sp>
        <p:nvSpPr>
          <p:cNvPr id="75" name="Rectangle 18"/>
          <p:cNvSpPr/>
          <p:nvPr/>
        </p:nvSpPr>
        <p:spPr>
          <a:xfrm>
            <a:off x="16916400" y="33585840"/>
            <a:ext cx="14172840" cy="914040"/>
          </a:xfrm>
          <a:prstGeom prst="rect">
            <a:avLst/>
          </a:prstGeom>
          <a:solidFill>
            <a:schemeClr val="accent1">
              <a:lumMod val="75000"/>
            </a:schemeClr>
          </a:solidFill>
          <a:ln w="12600">
            <a:solidFill>
              <a:schemeClr val="accent1"/>
            </a:solidFill>
            <a:miter/>
          </a:ln>
        </p:spPr>
        <p:style>
          <a:lnRef idx="0"/>
          <a:fillRef idx="0"/>
          <a:effectRef idx="0"/>
          <a:fontRef idx="minor"/>
        </p:style>
        <p:txBody>
          <a:bodyPr lIns="90000" rIns="90000" tIns="45000" bIns="45000" anchor="ctr">
            <a:noAutofit/>
          </a:bodyPr>
          <a:p>
            <a:pPr algn="ctr" defTabSz="3686760">
              <a:lnSpc>
                <a:spcPct val="100000"/>
              </a:lnSpc>
            </a:pPr>
            <a:r>
              <a:rPr b="1" lang="en-US" sz="6000" strike="noStrike" u="none">
                <a:solidFill>
                  <a:schemeClr val="accent3">
                    <a:lumMod val="20000"/>
                    <a:lumOff val="80000"/>
                  </a:schemeClr>
                </a:solidFill>
                <a:effectLst/>
                <a:uFillTx/>
                <a:latin typeface="Calibri"/>
              </a:rPr>
              <a:t>Conclusions</a:t>
            </a:r>
            <a:endParaRPr b="0" lang="en-US" sz="6000" strike="noStrike" u="none">
              <a:solidFill>
                <a:srgbClr val="ffffff"/>
              </a:solidFill>
              <a:effectLst/>
              <a:uFillTx/>
              <a:latin typeface="Arial"/>
            </a:endParaRPr>
          </a:p>
        </p:txBody>
      </p:sp>
      <p:graphicFrame>
        <p:nvGraphicFramePr>
          <p:cNvPr id="76" name="Content Placeholder 114"/>
          <p:cNvGraphicFramePr/>
          <p:nvPr/>
        </p:nvGraphicFramePr>
        <p:xfrm>
          <a:off x="1828800" y="26785800"/>
          <a:ext cx="14172120" cy="3160440"/>
        </p:xfrm>
        <a:graphic>
          <a:graphicData uri="http://schemas.openxmlformats.org/drawingml/2006/table">
            <a:tbl>
              <a:tblPr/>
              <a:tblGrid>
                <a:gridCol w="3543120"/>
                <a:gridCol w="3543120"/>
                <a:gridCol w="3543120"/>
                <a:gridCol w="3543120"/>
              </a:tblGrid>
              <a:tr h="790200">
                <a:tc>
                  <a:txBody>
                    <a:bodyPr anchor="ctr">
                      <a:noAutofit/>
                    </a:bodyPr>
                    <a:p>
                      <a:endParaRPr b="0" lang="en-US" sz="3200" strike="noStrike" u="none">
                        <a:solidFill>
                          <a:srgbClr val="ffffff"/>
                        </a:solidFill>
                        <a:effectLst/>
                        <a:uFillTx/>
                        <a:latin typeface="Calibri"/>
                      </a:endParaRPr>
                    </a:p>
                  </a:txBody>
                  <a:tcPr anchor="ctr"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1">
                        <a:lumMod val="75000"/>
                      </a:schemeClr>
                    </a:solidFill>
                  </a:tcPr>
                </a:tc>
                <a:tc>
                  <a:txBody>
                    <a:bodyPr anchor="ctr">
                      <a:noAutofit/>
                    </a:bodyPr>
                    <a:p>
                      <a:pPr algn="ctr" defTabSz="3291840">
                        <a:lnSpc>
                          <a:spcPct val="100000"/>
                        </a:lnSpc>
                      </a:pPr>
                      <a:r>
                        <a:rPr b="0" lang="en-US" sz="3200" strike="noStrike" u="none">
                          <a:solidFill>
                            <a:srgbClr val="ffffff"/>
                          </a:solidFill>
                          <a:effectLst/>
                          <a:uFillTx/>
                          <a:latin typeface="Calibri"/>
                        </a:rPr>
                        <a:t>Heading</a:t>
                      </a:r>
                      <a:endParaRPr b="0" lang="en-US" sz="3200" strike="noStrike" u="none">
                        <a:solidFill>
                          <a:srgbClr val="ffffff"/>
                        </a:solidFill>
                        <a:effectLst/>
                        <a:uFillTx/>
                        <a:latin typeface="Arial"/>
                      </a:endParaRPr>
                    </a:p>
                  </a:txBody>
                  <a:tcPr anchor="ctr"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1">
                        <a:lumMod val="75000"/>
                      </a:schemeClr>
                    </a:solidFill>
                  </a:tcPr>
                </a:tc>
                <a:tc>
                  <a:txBody>
                    <a:bodyPr anchor="ctr">
                      <a:noAutofit/>
                    </a:bodyPr>
                    <a:p>
                      <a:pPr algn="ctr" defTabSz="3291840">
                        <a:lnSpc>
                          <a:spcPct val="100000"/>
                        </a:lnSpc>
                      </a:pPr>
                      <a:r>
                        <a:rPr b="0" lang="en-US" sz="3200" strike="noStrike" u="none">
                          <a:solidFill>
                            <a:srgbClr val="ffffff"/>
                          </a:solidFill>
                          <a:effectLst/>
                          <a:uFillTx/>
                          <a:latin typeface="Calibri"/>
                        </a:rPr>
                        <a:t>Heading</a:t>
                      </a:r>
                      <a:endParaRPr b="0" lang="en-US" sz="3200" strike="noStrike" u="none">
                        <a:solidFill>
                          <a:srgbClr val="ffffff"/>
                        </a:solidFill>
                        <a:effectLst/>
                        <a:uFillTx/>
                        <a:latin typeface="Arial"/>
                      </a:endParaRPr>
                    </a:p>
                  </a:txBody>
                  <a:tcPr anchor="ctr"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1">
                        <a:lumMod val="75000"/>
                      </a:schemeClr>
                    </a:solidFill>
                  </a:tcPr>
                </a:tc>
                <a:tc>
                  <a:txBody>
                    <a:bodyPr anchor="ctr">
                      <a:noAutofit/>
                    </a:bodyPr>
                    <a:p>
                      <a:pPr algn="ctr" defTabSz="3291840">
                        <a:lnSpc>
                          <a:spcPct val="100000"/>
                        </a:lnSpc>
                      </a:pPr>
                      <a:r>
                        <a:rPr b="0" lang="en-US" sz="3200" strike="noStrike" u="none">
                          <a:solidFill>
                            <a:srgbClr val="ffffff"/>
                          </a:solidFill>
                          <a:effectLst/>
                          <a:uFillTx/>
                          <a:latin typeface="Calibri"/>
                        </a:rPr>
                        <a:t>Heading</a:t>
                      </a:r>
                      <a:endParaRPr b="0" lang="en-US" sz="3200" strike="noStrike" u="none">
                        <a:solidFill>
                          <a:srgbClr val="ffffff"/>
                        </a:solidFill>
                        <a:effectLst/>
                        <a:uFillTx/>
                        <a:latin typeface="Arial"/>
                      </a:endParaRPr>
                    </a:p>
                  </a:txBody>
                  <a:tcPr anchor="ctr"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accent1">
                        <a:lumMod val="75000"/>
                      </a:schemeClr>
                    </a:solidFill>
                  </a:tcPr>
                </a:tc>
              </a:tr>
              <a:tr h="790200">
                <a:tc>
                  <a:txBody>
                    <a:bodyPr anchor="ctr">
                      <a:noAutofit/>
                    </a:bodyPr>
                    <a:p>
                      <a:pPr defTabSz="3291840">
                        <a:lnSpc>
                          <a:spcPct val="100000"/>
                        </a:lnSpc>
                      </a:pPr>
                      <a:r>
                        <a:rPr b="0" lang="en-US" sz="3200" strike="noStrike" u="none">
                          <a:solidFill>
                            <a:srgbClr val="000000"/>
                          </a:solidFill>
                          <a:effectLst/>
                          <a:uFillTx/>
                          <a:latin typeface="Calibri"/>
                        </a:rPr>
                        <a:t>Item</a:t>
                      </a:r>
                      <a:endParaRPr b="0" lang="en-US" sz="3200" strike="noStrike" u="none">
                        <a:solidFill>
                          <a:srgbClr val="000000"/>
                        </a:solidFill>
                        <a:effectLst/>
                        <a:uFillTx/>
                        <a:latin typeface="Arial"/>
                      </a:endParaRPr>
                    </a:p>
                  </a:txBody>
                  <a:tcPr anchor="ctr"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0e0e0"/>
                    </a:solidFill>
                  </a:tcPr>
                </a:tc>
                <a:tc>
                  <a:txBody>
                    <a:bodyPr anchor="ctr">
                      <a:noAutofit/>
                    </a:bodyPr>
                    <a:p>
                      <a:pPr algn="ctr" defTabSz="3291840">
                        <a:lnSpc>
                          <a:spcPct val="100000"/>
                        </a:lnSpc>
                      </a:pPr>
                      <a:r>
                        <a:rPr b="0" lang="en-US" sz="3200" strike="noStrike" u="none">
                          <a:solidFill>
                            <a:srgbClr val="000000"/>
                          </a:solidFill>
                          <a:effectLst/>
                          <a:uFillTx/>
                          <a:latin typeface="Calibri"/>
                        </a:rPr>
                        <a:t>800</a:t>
                      </a:r>
                      <a:endParaRPr b="0" lang="en-US" sz="3200" strike="noStrike" u="none">
                        <a:solidFill>
                          <a:srgbClr val="000000"/>
                        </a:solidFill>
                        <a:effectLst/>
                        <a:uFillTx/>
                        <a:latin typeface="Arial"/>
                      </a:endParaRPr>
                    </a:p>
                  </a:txBody>
                  <a:tcPr anchor="ctr"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0e0e0"/>
                    </a:solidFill>
                  </a:tcPr>
                </a:tc>
                <a:tc>
                  <a:txBody>
                    <a:bodyPr anchor="ctr">
                      <a:noAutofit/>
                    </a:bodyPr>
                    <a:p>
                      <a:pPr algn="ctr" defTabSz="3291840">
                        <a:lnSpc>
                          <a:spcPct val="100000"/>
                        </a:lnSpc>
                      </a:pPr>
                      <a:r>
                        <a:rPr b="0" lang="en-US" sz="3200" strike="noStrike" u="none">
                          <a:solidFill>
                            <a:srgbClr val="000000"/>
                          </a:solidFill>
                          <a:effectLst/>
                          <a:uFillTx/>
                          <a:latin typeface="Calibri"/>
                        </a:rPr>
                        <a:t>790</a:t>
                      </a:r>
                      <a:endParaRPr b="0" lang="en-US" sz="3200" strike="noStrike" u="none">
                        <a:solidFill>
                          <a:srgbClr val="000000"/>
                        </a:solidFill>
                        <a:effectLst/>
                        <a:uFillTx/>
                        <a:latin typeface="Arial"/>
                      </a:endParaRPr>
                    </a:p>
                  </a:txBody>
                  <a:tcPr anchor="ctr"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0e0e0"/>
                    </a:solidFill>
                  </a:tcPr>
                </a:tc>
                <a:tc>
                  <a:txBody>
                    <a:bodyPr anchor="ctr">
                      <a:noAutofit/>
                    </a:bodyPr>
                    <a:p>
                      <a:pPr algn="ctr" defTabSz="3291840">
                        <a:lnSpc>
                          <a:spcPct val="100000"/>
                        </a:lnSpc>
                      </a:pPr>
                      <a:r>
                        <a:rPr b="0" lang="en-US" sz="3200" strike="noStrike" u="none">
                          <a:solidFill>
                            <a:srgbClr val="000000"/>
                          </a:solidFill>
                          <a:effectLst/>
                          <a:uFillTx/>
                          <a:latin typeface="Calibri"/>
                        </a:rPr>
                        <a:t>4001</a:t>
                      </a:r>
                      <a:endParaRPr b="0" lang="en-US" sz="3200" strike="noStrike" u="none">
                        <a:solidFill>
                          <a:srgbClr val="000000"/>
                        </a:solidFill>
                        <a:effectLst/>
                        <a:uFillTx/>
                        <a:latin typeface="Arial"/>
                      </a:endParaRPr>
                    </a:p>
                  </a:txBody>
                  <a:tcPr anchor="ctr"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0e0e0"/>
                    </a:solidFill>
                  </a:tcPr>
                </a:tc>
              </a:tr>
              <a:tr h="790200">
                <a:tc>
                  <a:txBody>
                    <a:bodyPr anchor="ctr">
                      <a:noAutofit/>
                    </a:bodyPr>
                    <a:p>
                      <a:pPr defTabSz="3291840">
                        <a:lnSpc>
                          <a:spcPct val="100000"/>
                        </a:lnSpc>
                      </a:pPr>
                      <a:r>
                        <a:rPr b="0" lang="en-US" sz="3200" strike="noStrike" u="none">
                          <a:solidFill>
                            <a:srgbClr val="000000"/>
                          </a:solidFill>
                          <a:effectLst/>
                          <a:uFillTx/>
                          <a:latin typeface="Calibri"/>
                        </a:rPr>
                        <a:t>Item</a:t>
                      </a:r>
                      <a:endParaRPr b="0" lang="en-US" sz="3200" strike="noStrike" u="none">
                        <a:solidFill>
                          <a:srgbClr val="000000"/>
                        </a:solidFill>
                        <a:effectLst/>
                        <a:uFillTx/>
                        <a:latin typeface="Arial"/>
                      </a:endParaRPr>
                    </a:p>
                  </a:txBody>
                  <a:tcPr anchor="ctr"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0f0f0"/>
                    </a:solidFill>
                  </a:tcPr>
                </a:tc>
                <a:tc>
                  <a:txBody>
                    <a:bodyPr anchor="ctr">
                      <a:noAutofit/>
                    </a:bodyPr>
                    <a:p>
                      <a:pPr algn="ctr" defTabSz="3291840">
                        <a:lnSpc>
                          <a:spcPct val="100000"/>
                        </a:lnSpc>
                      </a:pPr>
                      <a:r>
                        <a:rPr b="0" lang="en-US" sz="3200" strike="noStrike" u="none">
                          <a:solidFill>
                            <a:srgbClr val="000000"/>
                          </a:solidFill>
                          <a:effectLst/>
                          <a:uFillTx/>
                          <a:latin typeface="Calibri"/>
                        </a:rPr>
                        <a:t>356</a:t>
                      </a:r>
                      <a:endParaRPr b="0" lang="en-US" sz="3200" strike="noStrike" u="none">
                        <a:solidFill>
                          <a:srgbClr val="000000"/>
                        </a:solidFill>
                        <a:effectLst/>
                        <a:uFillTx/>
                        <a:latin typeface="Arial"/>
                      </a:endParaRPr>
                    </a:p>
                  </a:txBody>
                  <a:tcPr anchor="ctr"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0f0f0"/>
                    </a:solidFill>
                  </a:tcPr>
                </a:tc>
                <a:tc>
                  <a:txBody>
                    <a:bodyPr anchor="ctr">
                      <a:noAutofit/>
                    </a:bodyPr>
                    <a:p>
                      <a:pPr algn="ctr" defTabSz="3291840">
                        <a:lnSpc>
                          <a:spcPct val="100000"/>
                        </a:lnSpc>
                      </a:pPr>
                      <a:r>
                        <a:rPr b="0" lang="en-US" sz="3200" strike="noStrike" u="none">
                          <a:solidFill>
                            <a:srgbClr val="000000"/>
                          </a:solidFill>
                          <a:effectLst/>
                          <a:uFillTx/>
                          <a:latin typeface="Calibri"/>
                        </a:rPr>
                        <a:t>856</a:t>
                      </a:r>
                      <a:endParaRPr b="0" lang="en-US" sz="3200" strike="noStrike" u="none">
                        <a:solidFill>
                          <a:srgbClr val="000000"/>
                        </a:solidFill>
                        <a:effectLst/>
                        <a:uFillTx/>
                        <a:latin typeface="Arial"/>
                      </a:endParaRPr>
                    </a:p>
                  </a:txBody>
                  <a:tcPr anchor="ctr"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0f0f0"/>
                    </a:solidFill>
                  </a:tcPr>
                </a:tc>
                <a:tc>
                  <a:txBody>
                    <a:bodyPr anchor="ctr">
                      <a:noAutofit/>
                    </a:bodyPr>
                    <a:p>
                      <a:pPr algn="ctr" defTabSz="3291840">
                        <a:lnSpc>
                          <a:spcPct val="100000"/>
                        </a:lnSpc>
                      </a:pPr>
                      <a:r>
                        <a:rPr b="0" lang="en-US" sz="3200" strike="noStrike" u="none">
                          <a:solidFill>
                            <a:srgbClr val="000000"/>
                          </a:solidFill>
                          <a:effectLst/>
                          <a:uFillTx/>
                          <a:latin typeface="Calibri"/>
                        </a:rPr>
                        <a:t>290</a:t>
                      </a:r>
                      <a:endParaRPr b="0" lang="en-US" sz="3200" strike="noStrike" u="none">
                        <a:solidFill>
                          <a:srgbClr val="000000"/>
                        </a:solidFill>
                        <a:effectLst/>
                        <a:uFillTx/>
                        <a:latin typeface="Arial"/>
                      </a:endParaRPr>
                    </a:p>
                  </a:txBody>
                  <a:tcPr anchor="ctr"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0f0f0"/>
                    </a:solidFill>
                  </a:tcPr>
                </a:tc>
              </a:tr>
              <a:tr h="790200">
                <a:tc>
                  <a:txBody>
                    <a:bodyPr anchor="ctr">
                      <a:noAutofit/>
                    </a:bodyPr>
                    <a:p>
                      <a:pPr defTabSz="3291840">
                        <a:lnSpc>
                          <a:spcPct val="100000"/>
                        </a:lnSpc>
                      </a:pPr>
                      <a:r>
                        <a:rPr b="0" lang="en-US" sz="3200" strike="noStrike" u="none">
                          <a:solidFill>
                            <a:srgbClr val="000000"/>
                          </a:solidFill>
                          <a:effectLst/>
                          <a:uFillTx/>
                          <a:latin typeface="Calibri"/>
                        </a:rPr>
                        <a:t>Item</a:t>
                      </a:r>
                      <a:endParaRPr b="0" lang="en-US" sz="3200" strike="noStrike" u="none">
                        <a:solidFill>
                          <a:srgbClr val="000000"/>
                        </a:solidFill>
                        <a:effectLst/>
                        <a:uFillTx/>
                        <a:latin typeface="Arial"/>
                      </a:endParaRPr>
                    </a:p>
                  </a:txBody>
                  <a:tcPr anchor="ctr"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0e0e0"/>
                    </a:solidFill>
                  </a:tcPr>
                </a:tc>
                <a:tc>
                  <a:txBody>
                    <a:bodyPr anchor="ctr">
                      <a:noAutofit/>
                    </a:bodyPr>
                    <a:p>
                      <a:pPr algn="ctr" defTabSz="3291840">
                        <a:lnSpc>
                          <a:spcPct val="100000"/>
                        </a:lnSpc>
                      </a:pPr>
                      <a:r>
                        <a:rPr b="0" lang="en-US" sz="3200" strike="noStrike" u="none">
                          <a:solidFill>
                            <a:srgbClr val="000000"/>
                          </a:solidFill>
                          <a:effectLst/>
                          <a:uFillTx/>
                          <a:latin typeface="Calibri"/>
                        </a:rPr>
                        <a:t>228</a:t>
                      </a:r>
                      <a:endParaRPr b="0" lang="en-US" sz="3200" strike="noStrike" u="none">
                        <a:solidFill>
                          <a:srgbClr val="000000"/>
                        </a:solidFill>
                        <a:effectLst/>
                        <a:uFillTx/>
                        <a:latin typeface="Arial"/>
                      </a:endParaRPr>
                    </a:p>
                  </a:txBody>
                  <a:tcPr anchor="ctr"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0e0e0"/>
                    </a:solidFill>
                  </a:tcPr>
                </a:tc>
                <a:tc>
                  <a:txBody>
                    <a:bodyPr anchor="ctr">
                      <a:noAutofit/>
                    </a:bodyPr>
                    <a:p>
                      <a:pPr algn="ctr" defTabSz="3291840">
                        <a:lnSpc>
                          <a:spcPct val="100000"/>
                        </a:lnSpc>
                      </a:pPr>
                      <a:r>
                        <a:rPr b="0" lang="en-US" sz="3200" strike="noStrike" u="none">
                          <a:solidFill>
                            <a:srgbClr val="000000"/>
                          </a:solidFill>
                          <a:effectLst/>
                          <a:uFillTx/>
                          <a:latin typeface="Calibri"/>
                        </a:rPr>
                        <a:t>134</a:t>
                      </a:r>
                      <a:endParaRPr b="0" lang="en-US" sz="3200" strike="noStrike" u="none">
                        <a:solidFill>
                          <a:srgbClr val="000000"/>
                        </a:solidFill>
                        <a:effectLst/>
                        <a:uFillTx/>
                        <a:latin typeface="Arial"/>
                      </a:endParaRPr>
                    </a:p>
                  </a:txBody>
                  <a:tcPr anchor="ctr"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0e0e0"/>
                    </a:solidFill>
                  </a:tcPr>
                </a:tc>
                <a:tc>
                  <a:txBody>
                    <a:bodyPr anchor="ctr">
                      <a:noAutofit/>
                    </a:bodyPr>
                    <a:p>
                      <a:pPr algn="ctr" defTabSz="3291840">
                        <a:lnSpc>
                          <a:spcPct val="100000"/>
                        </a:lnSpc>
                      </a:pPr>
                      <a:r>
                        <a:rPr b="0" lang="en-US" sz="3200" strike="noStrike" u="none">
                          <a:solidFill>
                            <a:srgbClr val="000000"/>
                          </a:solidFill>
                          <a:effectLst/>
                          <a:uFillTx/>
                          <a:latin typeface="Calibri"/>
                        </a:rPr>
                        <a:t>238</a:t>
                      </a:r>
                      <a:endParaRPr b="0" lang="en-US" sz="3200" strike="noStrike" u="none">
                        <a:solidFill>
                          <a:srgbClr val="000000"/>
                        </a:solidFill>
                        <a:effectLst/>
                        <a:uFillTx/>
                        <a:latin typeface="Arial"/>
                      </a:endParaRPr>
                    </a:p>
                  </a:txBody>
                  <a:tcPr anchor="ctr" marL="91440" marR="9144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0e0e0"/>
                    </a:solidFill>
                  </a:tcPr>
                </a:tc>
              </a:tr>
            </a:tbl>
          </a:graphicData>
        </a:graphic>
      </p:graphicFrame>
      <p:sp>
        <p:nvSpPr>
          <p:cNvPr id="77" name="Rectangle 21"/>
          <p:cNvSpPr/>
          <p:nvPr/>
        </p:nvSpPr>
        <p:spPr>
          <a:xfrm>
            <a:off x="16916400" y="6172200"/>
            <a:ext cx="14172840" cy="914040"/>
          </a:xfrm>
          <a:prstGeom prst="rect">
            <a:avLst/>
          </a:prstGeom>
          <a:solidFill>
            <a:schemeClr val="accent1">
              <a:lumMod val="75000"/>
            </a:schemeClr>
          </a:solidFill>
          <a:ln w="12600">
            <a:solidFill>
              <a:schemeClr val="accent1"/>
            </a:solidFill>
            <a:miter/>
          </a:ln>
        </p:spPr>
        <p:style>
          <a:lnRef idx="0"/>
          <a:fillRef idx="0"/>
          <a:effectRef idx="0"/>
          <a:fontRef idx="minor"/>
        </p:style>
        <p:txBody>
          <a:bodyPr lIns="90000" rIns="90000" tIns="45000" bIns="45000" anchor="ctr">
            <a:noAutofit/>
          </a:bodyPr>
          <a:p>
            <a:pPr algn="ctr" defTabSz="3686760">
              <a:lnSpc>
                <a:spcPct val="100000"/>
              </a:lnSpc>
            </a:pPr>
            <a:r>
              <a:rPr b="1" lang="en-US" sz="6000" strike="noStrike" u="none">
                <a:solidFill>
                  <a:schemeClr val="accent3">
                    <a:lumMod val="20000"/>
                    <a:lumOff val="80000"/>
                  </a:schemeClr>
                </a:solidFill>
                <a:effectLst/>
                <a:uFillTx/>
                <a:latin typeface="Calibri"/>
              </a:rPr>
              <a:t>Obtaining manuscripts</a:t>
            </a:r>
            <a:endParaRPr b="0" lang="en-US" sz="6000" strike="noStrike" u="none">
              <a:solidFill>
                <a:srgbClr val="ffffff"/>
              </a:solidFill>
              <a:effectLst/>
              <a:uFillTx/>
              <a:latin typeface="Arial"/>
            </a:endParaRPr>
          </a:p>
        </p:txBody>
      </p:sp>
      <p:sp>
        <p:nvSpPr>
          <p:cNvPr id="78" name="Text Box 180"/>
          <p:cNvSpPr/>
          <p:nvPr/>
        </p:nvSpPr>
        <p:spPr>
          <a:xfrm>
            <a:off x="1813320" y="26193600"/>
            <a:ext cx="3749040" cy="456120"/>
          </a:xfrm>
          <a:prstGeom prst="rect">
            <a:avLst/>
          </a:prstGeom>
          <a:noFill/>
          <a:ln w="0">
            <a:noFill/>
          </a:ln>
        </p:spPr>
        <p:style>
          <a:lnRef idx="0"/>
          <a:fillRef idx="0"/>
          <a:effectRef idx="0"/>
          <a:fontRef idx="minor"/>
        </p:style>
        <p:txBody>
          <a:bodyPr wrap="none" lIns="90000" rIns="90000" tIns="45000" bIns="45000" anchor="t">
            <a:spAutoFit/>
          </a:bodyPr>
          <a:p>
            <a:pPr algn="ctr" defTabSz="4389480">
              <a:lnSpc>
                <a:spcPct val="100000"/>
              </a:lnSpc>
            </a:pPr>
            <a:r>
              <a:rPr b="1" lang="en-US" sz="2400" strike="noStrike" u="none">
                <a:solidFill>
                  <a:schemeClr val="dk1"/>
                </a:solidFill>
                <a:effectLst/>
                <a:uFillTx/>
                <a:latin typeface="Calibri"/>
              </a:rPr>
              <a:t>Table 1.</a:t>
            </a:r>
            <a:r>
              <a:rPr b="0" lang="en-US" sz="2400" strike="noStrike" u="none">
                <a:solidFill>
                  <a:schemeClr val="dk1"/>
                </a:solidFill>
                <a:effectLst/>
                <a:uFillTx/>
                <a:latin typeface="Calibri"/>
              </a:rPr>
              <a:t> Label in 24pt Calibri.</a:t>
            </a:r>
            <a:endParaRPr b="0" lang="en-US" sz="2400" strike="noStrike" u="none">
              <a:solidFill>
                <a:srgbClr val="000000"/>
              </a:solidFill>
              <a:effectLst/>
              <a:uFillTx/>
              <a:latin typeface="Arial"/>
            </a:endParaRPr>
          </a:p>
        </p:txBody>
      </p:sp>
      <p:graphicFrame>
        <p:nvGraphicFramePr>
          <p:cNvPr id="79" name="Chart 23"/>
          <p:cNvGraphicFramePr/>
          <p:nvPr/>
        </p:nvGraphicFramePr>
        <p:xfrm>
          <a:off x="16916400" y="15202080"/>
          <a:ext cx="14172840" cy="5976720"/>
        </p:xfrm>
        <a:graphic>
          <a:graphicData uri="http://schemas.openxmlformats.org/drawingml/2006/chart">
            <c:chart xmlns:c="http://schemas.openxmlformats.org/drawingml/2006/chart" xmlns:r="http://schemas.openxmlformats.org/officeDocument/2006/relationships" r:id="rId3"/>
          </a:graphicData>
        </a:graphic>
      </p:graphicFrame>
      <p:sp>
        <p:nvSpPr>
          <p:cNvPr id="80" name="Text Box 180"/>
          <p:cNvSpPr/>
          <p:nvPr/>
        </p:nvSpPr>
        <p:spPr>
          <a:xfrm>
            <a:off x="16957440" y="21183480"/>
            <a:ext cx="3768480" cy="456120"/>
          </a:xfrm>
          <a:prstGeom prst="rect">
            <a:avLst/>
          </a:prstGeom>
          <a:noFill/>
          <a:ln w="0">
            <a:noFill/>
          </a:ln>
        </p:spPr>
        <p:style>
          <a:lnRef idx="0"/>
          <a:fillRef idx="0"/>
          <a:effectRef idx="0"/>
          <a:fontRef idx="minor"/>
        </p:style>
        <p:txBody>
          <a:bodyPr wrap="none" lIns="90000" rIns="90000" tIns="45000" bIns="45000" anchor="t">
            <a:spAutoFit/>
          </a:bodyPr>
          <a:p>
            <a:pPr algn="ctr" defTabSz="4389480">
              <a:lnSpc>
                <a:spcPct val="100000"/>
              </a:lnSpc>
            </a:pPr>
            <a:r>
              <a:rPr b="1" lang="en-US" sz="2400" strike="noStrike" u="none">
                <a:solidFill>
                  <a:schemeClr val="dk1"/>
                </a:solidFill>
                <a:effectLst/>
                <a:uFillTx/>
                <a:latin typeface="Calibri"/>
              </a:rPr>
              <a:t>Chart 1.</a:t>
            </a:r>
            <a:r>
              <a:rPr b="0" lang="en-US" sz="2400" strike="noStrike" u="none">
                <a:solidFill>
                  <a:schemeClr val="dk1"/>
                </a:solidFill>
                <a:effectLst/>
                <a:uFillTx/>
                <a:latin typeface="Calibri"/>
              </a:rPr>
              <a:t> Label in 24pt Calibri.</a:t>
            </a:r>
            <a:endParaRPr b="0" lang="en-US" sz="2400" strike="noStrike" u="none">
              <a:solidFill>
                <a:srgbClr val="000000"/>
              </a:solidFill>
              <a:effectLst/>
              <a:uFillTx/>
              <a:latin typeface="Arial"/>
            </a:endParaRPr>
          </a:p>
        </p:txBody>
      </p:sp>
      <p:sp>
        <p:nvSpPr>
          <p:cNvPr id="81" name="Rectangle 265"/>
          <p:cNvSpPr/>
          <p:nvPr/>
        </p:nvSpPr>
        <p:spPr>
          <a:xfrm>
            <a:off x="914400" y="1554480"/>
            <a:ext cx="2923560" cy="2194200"/>
          </a:xfrm>
          <a:prstGeom prst="rect">
            <a:avLst/>
          </a:prstGeom>
          <a:blipFill rotWithShape="0">
            <a:blip r:embed="rId4"/>
            <a:srcRect/>
            <a:stretch/>
          </a:blipFill>
          <a:ln w="9360">
            <a:solidFill>
              <a:srgbClr val="000000"/>
            </a:solidFill>
            <a:miter/>
          </a:ln>
        </p:spPr>
        <p:style>
          <a:lnRef idx="0"/>
          <a:fillRef idx="0"/>
          <a:effectRef idx="0"/>
          <a:fontRef idx="minor"/>
        </p:style>
        <p:txBody>
          <a:bodyPr lIns="83880" rIns="83880" tIns="41760" bIns="41760" anchor="ctr">
            <a:noAutofit/>
          </a:bodyPr>
          <a:p>
            <a:pPr algn="ctr" defTabSz="4022640">
              <a:lnSpc>
                <a:spcPct val="100000"/>
              </a:lnSpc>
            </a:pPr>
            <a:r>
              <a:rPr b="1" lang="en-US" sz="2000" strike="noStrike" u="none">
                <a:solidFill>
                  <a:schemeClr val="dk1"/>
                </a:solidFill>
                <a:effectLst/>
                <a:uFillTx/>
                <a:latin typeface="Calibri"/>
              </a:rPr>
              <a:t>REPLACE THIS BOX WITH YOUR ORGANIZATION’S</a:t>
            </a:r>
            <a:endParaRPr b="0" lang="en-US" sz="2000" strike="noStrike" u="none">
              <a:solidFill>
                <a:srgbClr val="000000"/>
              </a:solidFill>
              <a:effectLst/>
              <a:uFillTx/>
              <a:latin typeface="Arial"/>
            </a:endParaRPr>
          </a:p>
          <a:p>
            <a:pPr algn="ctr" defTabSz="4022640">
              <a:lnSpc>
                <a:spcPct val="100000"/>
              </a:lnSpc>
            </a:pPr>
            <a:r>
              <a:rPr b="1" lang="en-US" sz="2000" strike="noStrike" u="none">
                <a:solidFill>
                  <a:schemeClr val="dk1"/>
                </a:solidFill>
                <a:effectLst/>
                <a:uFillTx/>
                <a:latin typeface="Calibri"/>
              </a:rPr>
              <a:t>HIGH RESOLUTION LOGO</a:t>
            </a:r>
            <a:endParaRPr b="0" lang="en-US" sz="2000" strike="noStrike" u="none">
              <a:solidFill>
                <a:srgbClr val="000000"/>
              </a:solidFill>
              <a:effectLst/>
              <a:uFillTx/>
              <a:latin typeface="Arial"/>
            </a:endParaRPr>
          </a:p>
        </p:txBody>
      </p:sp>
      <p:sp>
        <p:nvSpPr>
          <p:cNvPr id="82" name="Rectangle 265"/>
          <p:cNvSpPr/>
          <p:nvPr/>
        </p:nvSpPr>
        <p:spPr>
          <a:xfrm>
            <a:off x="29077920" y="1554480"/>
            <a:ext cx="2923560" cy="2194200"/>
          </a:xfrm>
          <a:prstGeom prst="rect">
            <a:avLst/>
          </a:prstGeom>
          <a:blipFill rotWithShape="0">
            <a:blip r:embed="rId5"/>
            <a:srcRect/>
            <a:stretch/>
          </a:blipFill>
          <a:ln w="9360">
            <a:solidFill>
              <a:srgbClr val="000000"/>
            </a:solidFill>
            <a:miter/>
          </a:ln>
        </p:spPr>
        <p:style>
          <a:lnRef idx="0"/>
          <a:fillRef idx="0"/>
          <a:effectRef idx="0"/>
          <a:fontRef idx="minor"/>
        </p:style>
        <p:txBody>
          <a:bodyPr lIns="83880" rIns="83880" tIns="41760" bIns="41760" anchor="ctr">
            <a:noAutofit/>
          </a:bodyPr>
          <a:p>
            <a:pPr algn="ctr" defTabSz="4022640">
              <a:lnSpc>
                <a:spcPct val="100000"/>
              </a:lnSpc>
            </a:pPr>
            <a:r>
              <a:rPr b="1" lang="en-US" sz="2000" strike="noStrike" u="none">
                <a:solidFill>
                  <a:schemeClr val="dk1"/>
                </a:solidFill>
                <a:effectLst/>
                <a:uFillTx/>
                <a:latin typeface="Calibri"/>
              </a:rPr>
              <a:t>REPLACE THIS BOX WITH YOUR ORGANIZATION’S</a:t>
            </a:r>
            <a:endParaRPr b="0" lang="en-US" sz="2000" strike="noStrike" u="none">
              <a:solidFill>
                <a:srgbClr val="000000"/>
              </a:solidFill>
              <a:effectLst/>
              <a:uFillTx/>
              <a:latin typeface="Arial"/>
            </a:endParaRPr>
          </a:p>
          <a:p>
            <a:pPr algn="ctr" defTabSz="4022640">
              <a:lnSpc>
                <a:spcPct val="100000"/>
              </a:lnSpc>
            </a:pPr>
            <a:r>
              <a:rPr b="1" lang="en-US" sz="2000" strike="noStrike" u="none">
                <a:solidFill>
                  <a:schemeClr val="dk1"/>
                </a:solidFill>
                <a:effectLst/>
                <a:uFillTx/>
                <a:latin typeface="Calibri"/>
              </a:rPr>
              <a:t>HIGH RESOLUTION LOGO</a:t>
            </a:r>
            <a:endParaRPr b="0" lang="en-US" sz="2000" strike="noStrike" u="none">
              <a:solidFill>
                <a:srgbClr val="000000"/>
              </a:solidFill>
              <a:effectLst/>
              <a:uFillTx/>
              <a:latin typeface="Arial"/>
            </a:endParaRPr>
          </a:p>
        </p:txBody>
      </p:sp>
      <p:pic>
        <p:nvPicPr>
          <p:cNvPr id="83" name="Picture 178" descr="Picture1"/>
          <p:cNvPicPr/>
          <p:nvPr/>
        </p:nvPicPr>
        <p:blipFill>
          <a:blip r:embed="rId6"/>
          <a:stretch/>
        </p:blipFill>
        <p:spPr>
          <a:xfrm>
            <a:off x="18059400" y="29870280"/>
            <a:ext cx="3511080" cy="2925720"/>
          </a:xfrm>
          <a:prstGeom prst="rect">
            <a:avLst/>
          </a:prstGeom>
          <a:noFill/>
          <a:ln w="9360">
            <a:solidFill>
              <a:schemeClr val="dk2">
                <a:lumMod val="50000"/>
              </a:schemeClr>
            </a:solidFill>
            <a:miter/>
          </a:ln>
        </p:spPr>
      </p:pic>
      <p:pic>
        <p:nvPicPr>
          <p:cNvPr id="84" name="Picture 179" descr="Picture2"/>
          <p:cNvPicPr/>
          <p:nvPr/>
        </p:nvPicPr>
        <p:blipFill>
          <a:blip r:embed="rId7"/>
          <a:stretch/>
        </p:blipFill>
        <p:spPr>
          <a:xfrm>
            <a:off x="22247280" y="29870280"/>
            <a:ext cx="3511080" cy="2925720"/>
          </a:xfrm>
          <a:prstGeom prst="rect">
            <a:avLst/>
          </a:prstGeom>
          <a:noFill/>
          <a:ln w="0">
            <a:noFill/>
          </a:ln>
        </p:spPr>
      </p:pic>
      <p:sp>
        <p:nvSpPr>
          <p:cNvPr id="85" name="Text Box 180"/>
          <p:cNvSpPr/>
          <p:nvPr/>
        </p:nvSpPr>
        <p:spPr>
          <a:xfrm>
            <a:off x="18135720" y="32918400"/>
            <a:ext cx="3252960" cy="395280"/>
          </a:xfrm>
          <a:prstGeom prst="rect">
            <a:avLst/>
          </a:prstGeom>
          <a:noFill/>
          <a:ln w="0">
            <a:noFill/>
          </a:ln>
        </p:spPr>
        <p:style>
          <a:lnRef idx="0"/>
          <a:fillRef idx="0"/>
          <a:effectRef idx="0"/>
          <a:fontRef idx="minor"/>
        </p:style>
        <p:txBody>
          <a:bodyPr wrap="none" lIns="90000" rIns="90000" tIns="45000" bIns="45000" anchor="t">
            <a:spAutoFit/>
          </a:bodyPr>
          <a:p>
            <a:pPr defTabSz="4389480">
              <a:lnSpc>
                <a:spcPct val="100000"/>
              </a:lnSpc>
            </a:pPr>
            <a:r>
              <a:rPr b="1" lang="en-US" sz="2000" strike="noStrike" u="none">
                <a:solidFill>
                  <a:schemeClr val="dk1"/>
                </a:solidFill>
                <a:effectLst/>
                <a:uFillTx/>
                <a:latin typeface="Calibri"/>
              </a:rPr>
              <a:t>Figure 1.</a:t>
            </a:r>
            <a:r>
              <a:rPr b="0" lang="en-US" sz="2000" strike="noStrike" u="none">
                <a:solidFill>
                  <a:schemeClr val="dk1"/>
                </a:solidFill>
                <a:effectLst/>
                <a:uFillTx/>
                <a:latin typeface="Calibri"/>
              </a:rPr>
              <a:t> Label in 20pt Calibri.</a:t>
            </a:r>
            <a:endParaRPr b="0" lang="en-US" sz="2000" strike="noStrike" u="none">
              <a:solidFill>
                <a:srgbClr val="000000"/>
              </a:solidFill>
              <a:effectLst/>
              <a:uFillTx/>
              <a:latin typeface="Arial"/>
            </a:endParaRPr>
          </a:p>
        </p:txBody>
      </p:sp>
      <p:sp>
        <p:nvSpPr>
          <p:cNvPr id="86" name="Text Box 181"/>
          <p:cNvSpPr/>
          <p:nvPr/>
        </p:nvSpPr>
        <p:spPr>
          <a:xfrm>
            <a:off x="22326480" y="32918400"/>
            <a:ext cx="3252960" cy="395280"/>
          </a:xfrm>
          <a:prstGeom prst="rect">
            <a:avLst/>
          </a:prstGeom>
          <a:noFill/>
          <a:ln w="0">
            <a:noFill/>
          </a:ln>
        </p:spPr>
        <p:style>
          <a:lnRef idx="0"/>
          <a:fillRef idx="0"/>
          <a:effectRef idx="0"/>
          <a:fontRef idx="minor"/>
        </p:style>
        <p:txBody>
          <a:bodyPr wrap="none" lIns="90000" rIns="90000" tIns="45000" bIns="45000" anchor="t">
            <a:spAutoFit/>
          </a:bodyPr>
          <a:p>
            <a:pPr defTabSz="4389480">
              <a:lnSpc>
                <a:spcPct val="100000"/>
              </a:lnSpc>
            </a:pPr>
            <a:r>
              <a:rPr b="1" lang="en-US" sz="2000" strike="noStrike" u="none">
                <a:solidFill>
                  <a:schemeClr val="dk1"/>
                </a:solidFill>
                <a:effectLst/>
                <a:uFillTx/>
                <a:latin typeface="Calibri"/>
              </a:rPr>
              <a:t>Figure 2.</a:t>
            </a:r>
            <a:r>
              <a:rPr b="0" lang="en-US" sz="2000" strike="noStrike" u="none">
                <a:solidFill>
                  <a:schemeClr val="dk1"/>
                </a:solidFill>
                <a:effectLst/>
                <a:uFillTx/>
                <a:latin typeface="Calibri"/>
              </a:rPr>
              <a:t> Label in 20pt Calibri.</a:t>
            </a:r>
            <a:endParaRPr b="0" lang="en-US" sz="2000" strike="noStrike" u="none">
              <a:solidFill>
                <a:srgbClr val="000000"/>
              </a:solidFill>
              <a:effectLst/>
              <a:uFillTx/>
              <a:latin typeface="Arial"/>
            </a:endParaRPr>
          </a:p>
        </p:txBody>
      </p:sp>
      <p:pic>
        <p:nvPicPr>
          <p:cNvPr id="87" name="Picture 31" descr=""/>
          <p:cNvPicPr/>
          <p:nvPr/>
        </p:nvPicPr>
        <p:blipFill>
          <a:blip r:embed="rId8"/>
          <a:srcRect l="0" t="0" r="20126" b="0"/>
          <a:stretch/>
        </p:blipFill>
        <p:spPr>
          <a:xfrm>
            <a:off x="26435160" y="29870280"/>
            <a:ext cx="3511080" cy="2925720"/>
          </a:xfrm>
          <a:prstGeom prst="rect">
            <a:avLst/>
          </a:prstGeom>
          <a:noFill/>
          <a:ln w="0">
            <a:solidFill>
              <a:schemeClr val="dk2">
                <a:lumMod val="50000"/>
              </a:schemeClr>
            </a:solidFill>
          </a:ln>
        </p:spPr>
      </p:pic>
      <p:sp>
        <p:nvSpPr>
          <p:cNvPr id="88" name="Text Box 181"/>
          <p:cNvSpPr/>
          <p:nvPr/>
        </p:nvSpPr>
        <p:spPr>
          <a:xfrm>
            <a:off x="26506080" y="32918400"/>
            <a:ext cx="3252960" cy="395280"/>
          </a:xfrm>
          <a:prstGeom prst="rect">
            <a:avLst/>
          </a:prstGeom>
          <a:noFill/>
          <a:ln w="0">
            <a:noFill/>
          </a:ln>
        </p:spPr>
        <p:style>
          <a:lnRef idx="0"/>
          <a:fillRef idx="0"/>
          <a:effectRef idx="0"/>
          <a:fontRef idx="minor"/>
        </p:style>
        <p:txBody>
          <a:bodyPr wrap="none" lIns="90000" rIns="90000" tIns="45000" bIns="45000" anchor="t">
            <a:spAutoFit/>
          </a:bodyPr>
          <a:p>
            <a:pPr defTabSz="4389480">
              <a:lnSpc>
                <a:spcPct val="100000"/>
              </a:lnSpc>
            </a:pPr>
            <a:r>
              <a:rPr b="1" lang="en-US" sz="2000" strike="noStrike" u="none">
                <a:solidFill>
                  <a:schemeClr val="dk1"/>
                </a:solidFill>
                <a:effectLst/>
                <a:uFillTx/>
                <a:latin typeface="Calibri"/>
              </a:rPr>
              <a:t>Figure 3.</a:t>
            </a:r>
            <a:r>
              <a:rPr b="0" lang="en-US" sz="2000" strike="noStrike" u="none">
                <a:solidFill>
                  <a:schemeClr val="dk1"/>
                </a:solidFill>
                <a:effectLst/>
                <a:uFillTx/>
                <a:latin typeface="Calibri"/>
              </a:rPr>
              <a:t> Label in 20pt Calibri.</a:t>
            </a:r>
            <a:endParaRPr b="0" lang="en-US" sz="2000" strike="noStrike" u="none">
              <a:solidFill>
                <a:srgbClr val="000000"/>
              </a:solidFill>
              <a:effectLst/>
              <a:uFillTx/>
              <a:latin typeface="Arial"/>
            </a:endParaRPr>
          </a:p>
        </p:txBody>
      </p:sp>
      <p:pic>
        <p:nvPicPr>
          <p:cNvPr id="89" name="" descr=""/>
          <p:cNvPicPr/>
          <p:nvPr/>
        </p:nvPicPr>
        <p:blipFill>
          <a:blip r:embed="rId9"/>
          <a:stretch/>
        </p:blipFill>
        <p:spPr>
          <a:xfrm>
            <a:off x="10744560" y="38404800"/>
            <a:ext cx="4571640" cy="4571640"/>
          </a:xfrm>
          <a:prstGeom prst="rect">
            <a:avLst/>
          </a:prstGeom>
          <a:noFill/>
          <a:ln w="0">
            <a:noFill/>
          </a:ln>
        </p:spPr>
      </p:pic>
      <p:sp>
        <p:nvSpPr>
          <p:cNvPr id="90" name="Text Box 1"/>
          <p:cNvSpPr/>
          <p:nvPr/>
        </p:nvSpPr>
        <p:spPr>
          <a:xfrm>
            <a:off x="1828800" y="15087240"/>
            <a:ext cx="14172840" cy="6707520"/>
          </a:xfrm>
          <a:prstGeom prst="rect">
            <a:avLst/>
          </a:prstGeom>
          <a:solidFill>
            <a:schemeClr val="lt1"/>
          </a:solidFill>
          <a:ln w="12600">
            <a:solidFill>
              <a:schemeClr val="accent1">
                <a:lumMod val="75000"/>
              </a:schemeClr>
            </a:solidFill>
            <a:round/>
          </a:ln>
        </p:spPr>
        <p:style>
          <a:lnRef idx="0"/>
          <a:fillRef idx="0"/>
          <a:effectRef idx="0"/>
          <a:fontRef idx="minor"/>
        </p:style>
        <p:txBody>
          <a:bodyPr lIns="182880" rIns="182880" tIns="182880" bIns="182880" anchor="t">
            <a:spAutoFit/>
          </a:bodyPr>
          <a:p>
            <a:pPr defTabSz="3686760">
              <a:lnSpc>
                <a:spcPct val="100000"/>
              </a:lnSpc>
            </a:pPr>
            <a:r>
              <a:rPr b="0" lang="en-US" sz="3200" strike="noStrike" u="none">
                <a:solidFill>
                  <a:schemeClr val="dk1"/>
                </a:solidFill>
                <a:effectLst/>
                <a:uFillTx/>
                <a:latin typeface="Calibri"/>
              </a:rPr>
              <a:t>Richard Ball asked the (rhetorical) question “Is it feasible to include reproducible research methods in undergraduate training?” (Ball 2023), answering that question with “Yes we can!” Exposure to and training in well-structured programming will benefit students working both in academia and the private sector. While this type of training does not turn students into active programmers (without further coursework), they will become </a:t>
            </a:r>
            <a:r>
              <a:rPr b="1" lang="en-US" sz="3200" strike="noStrike" u="none">
                <a:solidFill>
                  <a:schemeClr val="dk1"/>
                </a:solidFill>
                <a:effectLst/>
                <a:uFillTx/>
                <a:latin typeface="Calibri"/>
              </a:rPr>
              <a:t>resourceful in debugging</a:t>
            </a:r>
            <a:r>
              <a:rPr b="0" lang="en-US" sz="3200" strike="noStrike" u="none">
                <a:solidFill>
                  <a:schemeClr val="dk1"/>
                </a:solidFill>
                <a:effectLst/>
                <a:uFillTx/>
                <a:latin typeface="Calibri"/>
              </a:rPr>
              <a:t> (inevitably) imperfect code submitted to journals. They are also taught how to </a:t>
            </a:r>
            <a:r>
              <a:rPr b="1" lang="en-US" sz="3200" strike="noStrike" u="none">
                <a:solidFill>
                  <a:schemeClr val="dk1"/>
                </a:solidFill>
                <a:effectLst/>
                <a:uFillTx/>
                <a:latin typeface="Calibri"/>
              </a:rPr>
              <a:t>communicate</a:t>
            </a:r>
            <a:r>
              <a:rPr b="0" lang="en-US" sz="3200" strike="noStrike" u="none">
                <a:solidFill>
                  <a:schemeClr val="dk1"/>
                </a:solidFill>
                <a:effectLst/>
                <a:uFillTx/>
                <a:latin typeface="Calibri"/>
              </a:rPr>
              <a:t> with other people on technical problems, in an objective and constructive manner. They practice this while preparing reports for authors.  Such skills are useful in academic and private sector settings for both technical and non-technical feedback mechanisms. </a:t>
            </a:r>
            <a:endParaRPr b="0" lang="en-US" sz="3200" strike="noStrike" u="none">
              <a:solidFill>
                <a:srgbClr val="000000"/>
              </a:solidFill>
              <a:effectLst/>
              <a:uFillTx/>
              <a:latin typeface="Arial"/>
            </a:endParaRPr>
          </a:p>
          <a:p>
            <a:pPr defTabSz="3686760">
              <a:lnSpc>
                <a:spcPct val="100000"/>
              </a:lnSpc>
            </a:pPr>
            <a:endParaRPr b="0" lang="en-US" sz="3200" strike="noStrike" u="none">
              <a:solidFill>
                <a:srgbClr val="000000"/>
              </a:solidFill>
              <a:effectLst/>
              <a:uFillTx/>
              <a:latin typeface="Arial"/>
            </a:endParaRPr>
          </a:p>
          <a:p>
            <a:pPr defTabSz="3686760">
              <a:lnSpc>
                <a:spcPct val="100000"/>
              </a:lnSpc>
            </a:pPr>
            <a:endParaRPr b="0" lang="en-US" sz="32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5.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6.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7.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8.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9.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10.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11.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Office Theme</Template>
  <TotalTime>9</TotalTime>
  <Application>LibreOffice/25.2.5.2$Linux_X86_64 LibreOffice_project/520$Build-2</Application>
  <AppVersion>15.0000</AppVersion>
  <Company>Hewlett-Packard Company</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2016-06-27T20:00:38Z</dcterms:created>
  <dc:creator>Susan B. Houston</dc:creator>
  <dc:description/>
  <dc:language>en-US</dc:language>
  <cp:lastModifiedBy>Lars Vilhuber</cp:lastModifiedBy>
  <dcterms:modified xsi:type="dcterms:W3CDTF">2025-12-07T11:34:02Z</dcterms:modified>
  <cp:revision>3</cp:revision>
  <dc:subject/>
  <dc:title>PowerPoint Presentation</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Custom</vt:lpwstr>
  </property>
  <property fmtid="{D5CDD505-2E9C-101B-9397-08002B2CF9AE}" pid="3" name="Slides">
    <vt:r8>1</vt:r8>
  </property>
</Properties>
</file>